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Kousalya Vetri</cp:lastModifiedBy>
  <cp:revision>2</cp:revision>
  <dcterms:created xsi:type="dcterms:W3CDTF">2013-01-27T09:14:00Z</dcterms:created>
  <dcterms:modified xsi:type="dcterms:W3CDTF">2026-07-31T03:42:14Z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7EE7CD80DF0444E9B3F420994D8F2D3C_13</vt:lpwstr>
  </property>
  <property fmtid="{D5CDD505-2E9C-101B-9397-08002B2CF9AE}" pid="3" name="KSOProductBuildVer">
    <vt:lpwstr>1033-12.1.0.27458</vt:lpwstr>
  </property>
</Properties>
</file>