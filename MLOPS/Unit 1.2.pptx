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4" r:id="rId11"/>
    <p:sldId id="295" r:id="rId12"/>
    <p:sldId id="293" r:id="rId13"/>
    <p:sldId id="303" r:id="rId14"/>
    <p:sldId id="296" r:id="rId15"/>
    <p:sldId id="297" r:id="rId16"/>
    <p:sldId id="304" r:id="rId17"/>
    <p:sldId id="305" r:id="rId18"/>
    <p:sldId id="298" r:id="rId19"/>
    <p:sldId id="299" r:id="rId20"/>
    <p:sldId id="300" r:id="rId21"/>
    <p:sldId id="301" r:id="rId22"/>
    <p:sldId id="302" r:id="rId23"/>
    <p:sldId id="306" r:id="rId24"/>
    <p:sldId id="307" r:id="rId25"/>
    <p:sldId id="308" r:id="rId26"/>
    <p:sldId id="309" r:id="rId27"/>
    <p:sldId id="311" r:id="rId28"/>
    <p:sldId id="310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32" r:id="rId50"/>
    <p:sldId id="333" r:id="rId51"/>
    <p:sldId id="33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3122BF-8C28-46C3-9973-A7983AEC0636}" v="111" dt="2026-07-22T15:54:24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ini Chinnasamy" userId="747a38e629acba16" providerId="LiveId" clId="{7BC40E3E-8DCE-4B79-8DE2-DBD290D7FC7B}"/>
    <pc:docChg chg="undo custSel addSld delSld modSld sldOrd">
      <pc:chgData name="Aswini Chinnasamy" userId="747a38e629acba16" providerId="LiveId" clId="{7BC40E3E-8DCE-4B79-8DE2-DBD290D7FC7B}" dt="2026-07-23T04:45:14.911" v="1392" actId="14100"/>
      <pc:docMkLst>
        <pc:docMk/>
      </pc:docMkLst>
      <pc:sldChg chg="modSp mod">
        <pc:chgData name="Aswini Chinnasamy" userId="747a38e629acba16" providerId="LiveId" clId="{7BC40E3E-8DCE-4B79-8DE2-DBD290D7FC7B}" dt="2026-07-14T10:36:40.364" v="51" actId="20577"/>
        <pc:sldMkLst>
          <pc:docMk/>
          <pc:sldMk cId="0" sldId="284"/>
        </pc:sldMkLst>
        <pc:spChg chg="mod">
          <ac:chgData name="Aswini Chinnasamy" userId="747a38e629acba16" providerId="LiveId" clId="{7BC40E3E-8DCE-4B79-8DE2-DBD290D7FC7B}" dt="2026-07-14T10:36:40.364" v="51" actId="20577"/>
          <ac:spMkLst>
            <pc:docMk/>
            <pc:sldMk cId="0" sldId="284"/>
            <ac:spMk id="93" creationId="{00000000-0000-0000-0000-000000000000}"/>
          </ac:spMkLst>
        </pc:spChg>
      </pc:sldChg>
      <pc:sldChg chg="modSp new mod">
        <pc:chgData name="Aswini Chinnasamy" userId="747a38e629acba16" providerId="LiveId" clId="{7BC40E3E-8DCE-4B79-8DE2-DBD290D7FC7B}" dt="2026-07-14T10:03:11.526" v="27" actId="20577"/>
        <pc:sldMkLst>
          <pc:docMk/>
          <pc:sldMk cId="1647640887" sldId="285"/>
        </pc:sldMkLst>
        <pc:spChg chg="mod">
          <ac:chgData name="Aswini Chinnasamy" userId="747a38e629acba16" providerId="LiveId" clId="{7BC40E3E-8DCE-4B79-8DE2-DBD290D7FC7B}" dt="2026-07-14T10:00:51.657" v="17" actId="122"/>
          <ac:spMkLst>
            <pc:docMk/>
            <pc:sldMk cId="1647640887" sldId="285"/>
            <ac:spMk id="2" creationId="{3CCB93D9-0584-FBCB-358D-179FB6CA751E}"/>
          </ac:spMkLst>
        </pc:spChg>
        <pc:spChg chg="mod">
          <ac:chgData name="Aswini Chinnasamy" userId="747a38e629acba16" providerId="LiveId" clId="{7BC40E3E-8DCE-4B79-8DE2-DBD290D7FC7B}" dt="2026-07-14T10:03:11.526" v="27" actId="20577"/>
          <ac:spMkLst>
            <pc:docMk/>
            <pc:sldMk cId="1647640887" sldId="285"/>
            <ac:spMk id="3" creationId="{A3BD0FA2-CF64-AF19-2599-1DBBBE7F5967}"/>
          </ac:spMkLst>
        </pc:spChg>
      </pc:sldChg>
      <pc:sldChg chg="delSp modSp new mod">
        <pc:chgData name="Aswini Chinnasamy" userId="747a38e629acba16" providerId="LiveId" clId="{7BC40E3E-8DCE-4B79-8DE2-DBD290D7FC7B}" dt="2026-07-14T10:36:25.075" v="49" actId="14100"/>
        <pc:sldMkLst>
          <pc:docMk/>
          <pc:sldMk cId="4088338042" sldId="286"/>
        </pc:sldMkLst>
        <pc:spChg chg="mod">
          <ac:chgData name="Aswini Chinnasamy" userId="747a38e629acba16" providerId="LiveId" clId="{7BC40E3E-8DCE-4B79-8DE2-DBD290D7FC7B}" dt="2026-07-14T10:36:25.075" v="49" actId="14100"/>
          <ac:spMkLst>
            <pc:docMk/>
            <pc:sldMk cId="4088338042" sldId="286"/>
            <ac:spMk id="3" creationId="{4BBC892F-C70D-8C82-2358-CC983BF15C99}"/>
          </ac:spMkLst>
        </pc:spChg>
      </pc:sldChg>
      <pc:sldChg chg="modSp new mod">
        <pc:chgData name="Aswini Chinnasamy" userId="747a38e629acba16" providerId="LiveId" clId="{7BC40E3E-8DCE-4B79-8DE2-DBD290D7FC7B}" dt="2026-07-14T10:41:08.846" v="73" actId="14100"/>
        <pc:sldMkLst>
          <pc:docMk/>
          <pc:sldMk cId="811937978" sldId="287"/>
        </pc:sldMkLst>
        <pc:spChg chg="mod">
          <ac:chgData name="Aswini Chinnasamy" userId="747a38e629acba16" providerId="LiveId" clId="{7BC40E3E-8DCE-4B79-8DE2-DBD290D7FC7B}" dt="2026-07-14T10:39:46.159" v="54" actId="14100"/>
          <ac:spMkLst>
            <pc:docMk/>
            <pc:sldMk cId="811937978" sldId="287"/>
            <ac:spMk id="2" creationId="{0B7E9ACA-02E7-C5B0-E8C2-63A9ACECB9B9}"/>
          </ac:spMkLst>
        </pc:spChg>
        <pc:spChg chg="mod">
          <ac:chgData name="Aswini Chinnasamy" userId="747a38e629acba16" providerId="LiveId" clId="{7BC40E3E-8DCE-4B79-8DE2-DBD290D7FC7B}" dt="2026-07-14T10:41:08.846" v="73" actId="14100"/>
          <ac:spMkLst>
            <pc:docMk/>
            <pc:sldMk cId="811937978" sldId="287"/>
            <ac:spMk id="3" creationId="{A3EC5ABF-9C23-6CB2-5EEA-448656A10FF5}"/>
          </ac:spMkLst>
        </pc:spChg>
      </pc:sldChg>
      <pc:sldChg chg="delSp modSp new mod">
        <pc:chgData name="Aswini Chinnasamy" userId="747a38e629acba16" providerId="LiveId" clId="{7BC40E3E-8DCE-4B79-8DE2-DBD290D7FC7B}" dt="2026-07-14T10:43:02.697" v="82" actId="20577"/>
        <pc:sldMkLst>
          <pc:docMk/>
          <pc:sldMk cId="2478603659" sldId="288"/>
        </pc:sldMkLst>
        <pc:spChg chg="mod">
          <ac:chgData name="Aswini Chinnasamy" userId="747a38e629acba16" providerId="LiveId" clId="{7BC40E3E-8DCE-4B79-8DE2-DBD290D7FC7B}" dt="2026-07-14T10:43:02.697" v="82" actId="20577"/>
          <ac:spMkLst>
            <pc:docMk/>
            <pc:sldMk cId="2478603659" sldId="288"/>
            <ac:spMk id="3" creationId="{60FE0EA2-5A00-7B56-96CF-169D476E9102}"/>
          </ac:spMkLst>
        </pc:spChg>
      </pc:sldChg>
      <pc:sldChg chg="modSp new mod">
        <pc:chgData name="Aswini Chinnasamy" userId="747a38e629acba16" providerId="LiveId" clId="{7BC40E3E-8DCE-4B79-8DE2-DBD290D7FC7B}" dt="2026-07-15T08:25:21.684" v="92"/>
        <pc:sldMkLst>
          <pc:docMk/>
          <pc:sldMk cId="3736181299" sldId="289"/>
        </pc:sldMkLst>
        <pc:spChg chg="mod">
          <ac:chgData name="Aswini Chinnasamy" userId="747a38e629acba16" providerId="LiveId" clId="{7BC40E3E-8DCE-4B79-8DE2-DBD290D7FC7B}" dt="2026-07-14T10:44:16.215" v="84"/>
          <ac:spMkLst>
            <pc:docMk/>
            <pc:sldMk cId="3736181299" sldId="289"/>
            <ac:spMk id="2" creationId="{7D3BA371-81AC-4634-F8D2-57C9F3C7BA5D}"/>
          </ac:spMkLst>
        </pc:spChg>
        <pc:spChg chg="mod">
          <ac:chgData name="Aswini Chinnasamy" userId="747a38e629acba16" providerId="LiveId" clId="{7BC40E3E-8DCE-4B79-8DE2-DBD290D7FC7B}" dt="2026-07-15T08:25:21.684" v="92"/>
          <ac:spMkLst>
            <pc:docMk/>
            <pc:sldMk cId="3736181299" sldId="289"/>
            <ac:spMk id="3" creationId="{92A50F2F-D037-E1A3-8DC0-0E286A8DDA46}"/>
          </ac:spMkLst>
        </pc:spChg>
      </pc:sldChg>
      <pc:sldChg chg="addSp delSp modSp new mod">
        <pc:chgData name="Aswini Chinnasamy" userId="747a38e629acba16" providerId="LiveId" clId="{7BC40E3E-8DCE-4B79-8DE2-DBD290D7FC7B}" dt="2026-07-15T08:31:05.545" v="102" actId="14100"/>
        <pc:sldMkLst>
          <pc:docMk/>
          <pc:sldMk cId="1163844669" sldId="290"/>
        </pc:sldMkLst>
        <pc:spChg chg="mod">
          <ac:chgData name="Aswini Chinnasamy" userId="747a38e629acba16" providerId="LiveId" clId="{7BC40E3E-8DCE-4B79-8DE2-DBD290D7FC7B}" dt="2026-07-15T08:30:54.443" v="101"/>
          <ac:spMkLst>
            <pc:docMk/>
            <pc:sldMk cId="1163844669" sldId="290"/>
            <ac:spMk id="2" creationId="{524B0061-5E84-E5FC-FEA1-597AFEA192C7}"/>
          </ac:spMkLst>
        </pc:spChg>
        <pc:graphicFrameChg chg="add mod modGraphic">
          <ac:chgData name="Aswini Chinnasamy" userId="747a38e629acba16" providerId="LiveId" clId="{7BC40E3E-8DCE-4B79-8DE2-DBD290D7FC7B}" dt="2026-07-15T08:31:05.545" v="102" actId="14100"/>
          <ac:graphicFrameMkLst>
            <pc:docMk/>
            <pc:sldMk cId="1163844669" sldId="290"/>
            <ac:graphicFrameMk id="4" creationId="{6B653339-3232-9CBD-6AD4-F9E569B62D6C}"/>
          </ac:graphicFrameMkLst>
        </pc:graphicFrameChg>
      </pc:sldChg>
      <pc:sldChg chg="addSp delSp modSp new mod">
        <pc:chgData name="Aswini Chinnasamy" userId="747a38e629acba16" providerId="LiveId" clId="{7BC40E3E-8DCE-4B79-8DE2-DBD290D7FC7B}" dt="2026-07-15T08:48:31.388" v="135" actId="14100"/>
        <pc:sldMkLst>
          <pc:docMk/>
          <pc:sldMk cId="2801912564" sldId="291"/>
        </pc:sldMkLst>
        <pc:spChg chg="mod">
          <ac:chgData name="Aswini Chinnasamy" userId="747a38e629acba16" providerId="LiveId" clId="{7BC40E3E-8DCE-4B79-8DE2-DBD290D7FC7B}" dt="2026-07-15T08:38:57.467" v="109" actId="14100"/>
          <ac:spMkLst>
            <pc:docMk/>
            <pc:sldMk cId="2801912564" sldId="291"/>
            <ac:spMk id="2" creationId="{7A985A95-4E7B-8F60-1A36-7B87F6B7BACA}"/>
          </ac:spMkLst>
        </pc:spChg>
        <pc:picChg chg="add mod ord">
          <ac:chgData name="Aswini Chinnasamy" userId="747a38e629acba16" providerId="LiveId" clId="{7BC40E3E-8DCE-4B79-8DE2-DBD290D7FC7B}" dt="2026-07-15T08:48:31.388" v="135" actId="14100"/>
          <ac:picMkLst>
            <pc:docMk/>
            <pc:sldMk cId="2801912564" sldId="291"/>
            <ac:picMk id="5" creationId="{26110E6B-C311-59F6-AD64-79C21222B153}"/>
          </ac:picMkLst>
        </pc:picChg>
      </pc:sldChg>
      <pc:sldChg chg="modSp new mod">
        <pc:chgData name="Aswini Chinnasamy" userId="747a38e629acba16" providerId="LiveId" clId="{7BC40E3E-8DCE-4B79-8DE2-DBD290D7FC7B}" dt="2026-07-15T09:12:13.862" v="213" actId="1076"/>
        <pc:sldMkLst>
          <pc:docMk/>
          <pc:sldMk cId="819938256" sldId="292"/>
        </pc:sldMkLst>
        <pc:spChg chg="mod">
          <ac:chgData name="Aswini Chinnasamy" userId="747a38e629acba16" providerId="LiveId" clId="{7BC40E3E-8DCE-4B79-8DE2-DBD290D7FC7B}" dt="2026-07-15T08:50:10.741" v="160" actId="1076"/>
          <ac:spMkLst>
            <pc:docMk/>
            <pc:sldMk cId="819938256" sldId="292"/>
            <ac:spMk id="2" creationId="{9712A852-1B78-4064-2EC0-9A0080C4F4A1}"/>
          </ac:spMkLst>
        </pc:spChg>
        <pc:spChg chg="mod">
          <ac:chgData name="Aswini Chinnasamy" userId="747a38e629acba16" providerId="LiveId" clId="{7BC40E3E-8DCE-4B79-8DE2-DBD290D7FC7B}" dt="2026-07-15T09:12:13.862" v="213" actId="1076"/>
          <ac:spMkLst>
            <pc:docMk/>
            <pc:sldMk cId="819938256" sldId="292"/>
            <ac:spMk id="3" creationId="{09E21BCD-EF65-D33B-1A0F-54FB30457A89}"/>
          </ac:spMkLst>
        </pc:spChg>
      </pc:sldChg>
      <pc:sldChg chg="modSp new mod ord">
        <pc:chgData name="Aswini Chinnasamy" userId="747a38e629acba16" providerId="LiveId" clId="{7BC40E3E-8DCE-4B79-8DE2-DBD290D7FC7B}" dt="2026-07-15T09:51:36.800" v="352" actId="27636"/>
        <pc:sldMkLst>
          <pc:docMk/>
          <pc:sldMk cId="157163046" sldId="293"/>
        </pc:sldMkLst>
        <pc:spChg chg="mod">
          <ac:chgData name="Aswini Chinnasamy" userId="747a38e629acba16" providerId="LiveId" clId="{7BC40E3E-8DCE-4B79-8DE2-DBD290D7FC7B}" dt="2026-07-15T09:28:48.232" v="240" actId="1076"/>
          <ac:spMkLst>
            <pc:docMk/>
            <pc:sldMk cId="157163046" sldId="293"/>
            <ac:spMk id="2" creationId="{EF7B6CFB-1D32-9F1B-128A-3D5C24164353}"/>
          </ac:spMkLst>
        </pc:spChg>
        <pc:spChg chg="mod">
          <ac:chgData name="Aswini Chinnasamy" userId="747a38e629acba16" providerId="LiveId" clId="{7BC40E3E-8DCE-4B79-8DE2-DBD290D7FC7B}" dt="2026-07-15T09:51:36.800" v="352" actId="27636"/>
          <ac:spMkLst>
            <pc:docMk/>
            <pc:sldMk cId="157163046" sldId="293"/>
            <ac:spMk id="3" creationId="{2B7F9911-3832-101C-C279-35AC27CC9E22}"/>
          </ac:spMkLst>
        </pc:spChg>
      </pc:sldChg>
      <pc:sldChg chg="modSp new mod">
        <pc:chgData name="Aswini Chinnasamy" userId="747a38e629acba16" providerId="LiveId" clId="{7BC40E3E-8DCE-4B79-8DE2-DBD290D7FC7B}" dt="2026-07-15T09:36:39.952" v="279"/>
        <pc:sldMkLst>
          <pc:docMk/>
          <pc:sldMk cId="2578935436" sldId="294"/>
        </pc:sldMkLst>
        <pc:spChg chg="mod">
          <ac:chgData name="Aswini Chinnasamy" userId="747a38e629acba16" providerId="LiveId" clId="{7BC40E3E-8DCE-4B79-8DE2-DBD290D7FC7B}" dt="2026-07-15T09:36:21.418" v="276" actId="122"/>
          <ac:spMkLst>
            <pc:docMk/>
            <pc:sldMk cId="2578935436" sldId="294"/>
            <ac:spMk id="2" creationId="{C24846FB-AC2A-A910-5876-5ED171A178E8}"/>
          </ac:spMkLst>
        </pc:spChg>
        <pc:spChg chg="mod">
          <ac:chgData name="Aswini Chinnasamy" userId="747a38e629acba16" providerId="LiveId" clId="{7BC40E3E-8DCE-4B79-8DE2-DBD290D7FC7B}" dt="2026-07-15T09:36:39.952" v="279"/>
          <ac:spMkLst>
            <pc:docMk/>
            <pc:sldMk cId="2578935436" sldId="294"/>
            <ac:spMk id="3" creationId="{E33978FA-00E9-E05F-E193-4E1B3513A42D}"/>
          </ac:spMkLst>
        </pc:spChg>
      </pc:sldChg>
      <pc:sldChg chg="modSp new mod">
        <pc:chgData name="Aswini Chinnasamy" userId="747a38e629acba16" providerId="LiveId" clId="{7BC40E3E-8DCE-4B79-8DE2-DBD290D7FC7B}" dt="2026-07-15T09:37:53.435" v="289" actId="1076"/>
        <pc:sldMkLst>
          <pc:docMk/>
          <pc:sldMk cId="2942566439" sldId="295"/>
        </pc:sldMkLst>
        <pc:spChg chg="mod">
          <ac:chgData name="Aswini Chinnasamy" userId="747a38e629acba16" providerId="LiveId" clId="{7BC40E3E-8DCE-4B79-8DE2-DBD290D7FC7B}" dt="2026-07-15T09:37:02.161" v="281"/>
          <ac:spMkLst>
            <pc:docMk/>
            <pc:sldMk cId="2942566439" sldId="295"/>
            <ac:spMk id="2" creationId="{AE239B33-7C9F-FA9F-54CF-3EABF54C14D1}"/>
          </ac:spMkLst>
        </pc:spChg>
        <pc:spChg chg="mod">
          <ac:chgData name="Aswini Chinnasamy" userId="747a38e629acba16" providerId="LiveId" clId="{7BC40E3E-8DCE-4B79-8DE2-DBD290D7FC7B}" dt="2026-07-15T09:37:53.435" v="289" actId="1076"/>
          <ac:spMkLst>
            <pc:docMk/>
            <pc:sldMk cId="2942566439" sldId="295"/>
            <ac:spMk id="3" creationId="{55C8746A-FCF2-1C1C-D5A4-DE51CEF08439}"/>
          </ac:spMkLst>
        </pc:spChg>
      </pc:sldChg>
      <pc:sldChg chg="delSp modSp new mod">
        <pc:chgData name="Aswini Chinnasamy" userId="747a38e629acba16" providerId="LiveId" clId="{7BC40E3E-8DCE-4B79-8DE2-DBD290D7FC7B}" dt="2026-07-15T09:45:35.510" v="317" actId="20577"/>
        <pc:sldMkLst>
          <pc:docMk/>
          <pc:sldMk cId="2379092875" sldId="296"/>
        </pc:sldMkLst>
        <pc:spChg chg="mod">
          <ac:chgData name="Aswini Chinnasamy" userId="747a38e629acba16" providerId="LiveId" clId="{7BC40E3E-8DCE-4B79-8DE2-DBD290D7FC7B}" dt="2026-07-15T09:45:35.510" v="317" actId="20577"/>
          <ac:spMkLst>
            <pc:docMk/>
            <pc:sldMk cId="2379092875" sldId="296"/>
            <ac:spMk id="3" creationId="{D61426C2-B160-A60E-0729-2B0FFA066708}"/>
          </ac:spMkLst>
        </pc:spChg>
      </pc:sldChg>
      <pc:sldChg chg="addSp delSp modSp new mod ord">
        <pc:chgData name="Aswini Chinnasamy" userId="747a38e629acba16" providerId="LiveId" clId="{7BC40E3E-8DCE-4B79-8DE2-DBD290D7FC7B}" dt="2026-07-15T09:47:14.656" v="334"/>
        <pc:sldMkLst>
          <pc:docMk/>
          <pc:sldMk cId="746014048" sldId="297"/>
        </pc:sldMkLst>
        <pc:spChg chg="mod">
          <ac:chgData name="Aswini Chinnasamy" userId="747a38e629acba16" providerId="LiveId" clId="{7BC40E3E-8DCE-4B79-8DE2-DBD290D7FC7B}" dt="2026-07-15T09:46:45.857" v="332" actId="20577"/>
          <ac:spMkLst>
            <pc:docMk/>
            <pc:sldMk cId="746014048" sldId="297"/>
            <ac:spMk id="3" creationId="{AF599AA1-51B4-6516-1ADC-81A5A9A4F687}"/>
          </ac:spMkLst>
        </pc:spChg>
      </pc:sldChg>
      <pc:sldChg chg="modSp new mod">
        <pc:chgData name="Aswini Chinnasamy" userId="747a38e629acba16" providerId="LiveId" clId="{7BC40E3E-8DCE-4B79-8DE2-DBD290D7FC7B}" dt="2026-07-15T09:53:45.689" v="388" actId="120"/>
        <pc:sldMkLst>
          <pc:docMk/>
          <pc:sldMk cId="3643950862" sldId="298"/>
        </pc:sldMkLst>
        <pc:spChg chg="mod">
          <ac:chgData name="Aswini Chinnasamy" userId="747a38e629acba16" providerId="LiveId" clId="{7BC40E3E-8DCE-4B79-8DE2-DBD290D7FC7B}" dt="2026-07-15T09:53:45.689" v="388" actId="120"/>
          <ac:spMkLst>
            <pc:docMk/>
            <pc:sldMk cId="3643950862" sldId="298"/>
            <ac:spMk id="2" creationId="{3A848F71-94BF-4D5B-0376-C200F97CB63F}"/>
          </ac:spMkLst>
        </pc:spChg>
        <pc:spChg chg="mod">
          <ac:chgData name="Aswini Chinnasamy" userId="747a38e629acba16" providerId="LiveId" clId="{7BC40E3E-8DCE-4B79-8DE2-DBD290D7FC7B}" dt="2026-07-15T09:53:06.074" v="386" actId="14100"/>
          <ac:spMkLst>
            <pc:docMk/>
            <pc:sldMk cId="3643950862" sldId="298"/>
            <ac:spMk id="3" creationId="{477C8AE3-1CC2-A479-6F42-CB3FF4CAFD29}"/>
          </ac:spMkLst>
        </pc:spChg>
      </pc:sldChg>
      <pc:sldChg chg="modSp new mod">
        <pc:chgData name="Aswini Chinnasamy" userId="747a38e629acba16" providerId="LiveId" clId="{7BC40E3E-8DCE-4B79-8DE2-DBD290D7FC7B}" dt="2026-07-15T09:54:20.160" v="397" actId="5793"/>
        <pc:sldMkLst>
          <pc:docMk/>
          <pc:sldMk cId="3146704001" sldId="299"/>
        </pc:sldMkLst>
        <pc:spChg chg="mod">
          <ac:chgData name="Aswini Chinnasamy" userId="747a38e629acba16" providerId="LiveId" clId="{7BC40E3E-8DCE-4B79-8DE2-DBD290D7FC7B}" dt="2026-07-15T09:54:20.160" v="397" actId="5793"/>
          <ac:spMkLst>
            <pc:docMk/>
            <pc:sldMk cId="3146704001" sldId="299"/>
            <ac:spMk id="3" creationId="{F4681D37-E0C4-AE68-544B-B8A6EB8FD6E3}"/>
          </ac:spMkLst>
        </pc:spChg>
      </pc:sldChg>
      <pc:sldChg chg="modSp new mod">
        <pc:chgData name="Aswini Chinnasamy" userId="747a38e629acba16" providerId="LiveId" clId="{7BC40E3E-8DCE-4B79-8DE2-DBD290D7FC7B}" dt="2026-07-20T03:45:16.663" v="419"/>
        <pc:sldMkLst>
          <pc:docMk/>
          <pc:sldMk cId="3138275910" sldId="300"/>
        </pc:sldMkLst>
        <pc:spChg chg="mod">
          <ac:chgData name="Aswini Chinnasamy" userId="747a38e629acba16" providerId="LiveId" clId="{7BC40E3E-8DCE-4B79-8DE2-DBD290D7FC7B}" dt="2026-07-20T03:44:29.811" v="414" actId="20577"/>
          <ac:spMkLst>
            <pc:docMk/>
            <pc:sldMk cId="3138275910" sldId="300"/>
            <ac:spMk id="2" creationId="{4DD5D4D8-7A2A-7927-1852-3304854A6AB0}"/>
          </ac:spMkLst>
        </pc:spChg>
        <pc:spChg chg="mod">
          <ac:chgData name="Aswini Chinnasamy" userId="747a38e629acba16" providerId="LiveId" clId="{7BC40E3E-8DCE-4B79-8DE2-DBD290D7FC7B}" dt="2026-07-20T03:45:16.663" v="419"/>
          <ac:spMkLst>
            <pc:docMk/>
            <pc:sldMk cId="3138275910" sldId="300"/>
            <ac:spMk id="3" creationId="{E6A3FD51-870D-ADC2-BB86-AD0E592E1CE0}"/>
          </ac:spMkLst>
        </pc:spChg>
      </pc:sldChg>
      <pc:sldChg chg="addSp delSp modSp new mod">
        <pc:chgData name="Aswini Chinnasamy" userId="747a38e629acba16" providerId="LiveId" clId="{7BC40E3E-8DCE-4B79-8DE2-DBD290D7FC7B}" dt="2026-07-20T05:44:08.503" v="448" actId="1076"/>
        <pc:sldMkLst>
          <pc:docMk/>
          <pc:sldMk cId="2301668785" sldId="301"/>
        </pc:sldMkLst>
        <pc:spChg chg="mod">
          <ac:chgData name="Aswini Chinnasamy" userId="747a38e629acba16" providerId="LiveId" clId="{7BC40E3E-8DCE-4B79-8DE2-DBD290D7FC7B}" dt="2026-07-20T05:44:08.503" v="448" actId="1076"/>
          <ac:spMkLst>
            <pc:docMk/>
            <pc:sldMk cId="2301668785" sldId="301"/>
            <ac:spMk id="2" creationId="{97F9F894-2E57-3DC3-DFEB-E9D44B3FFB7C}"/>
          </ac:spMkLst>
        </pc:spChg>
        <pc:graphicFrameChg chg="add mod modGraphic">
          <ac:chgData name="Aswini Chinnasamy" userId="747a38e629acba16" providerId="LiveId" clId="{7BC40E3E-8DCE-4B79-8DE2-DBD290D7FC7B}" dt="2026-07-20T05:43:59.040" v="447" actId="14100"/>
          <ac:graphicFrameMkLst>
            <pc:docMk/>
            <pc:sldMk cId="2301668785" sldId="301"/>
            <ac:graphicFrameMk id="4" creationId="{8BEFD719-17EC-3C31-3212-666AAC0864D0}"/>
          </ac:graphicFrameMkLst>
        </pc:graphicFrameChg>
      </pc:sldChg>
      <pc:sldChg chg="modSp new mod">
        <pc:chgData name="Aswini Chinnasamy" userId="747a38e629acba16" providerId="LiveId" clId="{7BC40E3E-8DCE-4B79-8DE2-DBD290D7FC7B}" dt="2026-07-21T16:00:11.172" v="506"/>
        <pc:sldMkLst>
          <pc:docMk/>
          <pc:sldMk cId="3232992983" sldId="302"/>
        </pc:sldMkLst>
        <pc:spChg chg="mod">
          <ac:chgData name="Aswini Chinnasamy" userId="747a38e629acba16" providerId="LiveId" clId="{7BC40E3E-8DCE-4B79-8DE2-DBD290D7FC7B}" dt="2026-07-21T15:59:37.770" v="499" actId="20577"/>
          <ac:spMkLst>
            <pc:docMk/>
            <pc:sldMk cId="3232992983" sldId="302"/>
            <ac:spMk id="2" creationId="{ED563A62-5448-7FFB-B1B8-BD4F16C5F4C7}"/>
          </ac:spMkLst>
        </pc:spChg>
        <pc:spChg chg="mod">
          <ac:chgData name="Aswini Chinnasamy" userId="747a38e629acba16" providerId="LiveId" clId="{7BC40E3E-8DCE-4B79-8DE2-DBD290D7FC7B}" dt="2026-07-21T16:00:11.172" v="506"/>
          <ac:spMkLst>
            <pc:docMk/>
            <pc:sldMk cId="3232992983" sldId="302"/>
            <ac:spMk id="3" creationId="{3FD544AA-A955-928F-A0CB-E2AA5B22CBEE}"/>
          </ac:spMkLst>
        </pc:spChg>
      </pc:sldChg>
      <pc:sldChg chg="modSp new mod">
        <pc:chgData name="Aswini Chinnasamy" userId="747a38e629acba16" providerId="LiveId" clId="{7BC40E3E-8DCE-4B79-8DE2-DBD290D7FC7B}" dt="2026-07-20T05:58:24.400" v="469" actId="5793"/>
        <pc:sldMkLst>
          <pc:docMk/>
          <pc:sldMk cId="2041118525" sldId="303"/>
        </pc:sldMkLst>
        <pc:spChg chg="mod">
          <ac:chgData name="Aswini Chinnasamy" userId="747a38e629acba16" providerId="LiveId" clId="{7BC40E3E-8DCE-4B79-8DE2-DBD290D7FC7B}" dt="2026-07-20T05:57:21.429" v="456" actId="20577"/>
          <ac:spMkLst>
            <pc:docMk/>
            <pc:sldMk cId="2041118525" sldId="303"/>
            <ac:spMk id="2" creationId="{53455CBD-68BC-9A20-0871-DD012E6FDFD9}"/>
          </ac:spMkLst>
        </pc:spChg>
        <pc:spChg chg="mod">
          <ac:chgData name="Aswini Chinnasamy" userId="747a38e629acba16" providerId="LiveId" clId="{7BC40E3E-8DCE-4B79-8DE2-DBD290D7FC7B}" dt="2026-07-20T05:58:24.400" v="469" actId="5793"/>
          <ac:spMkLst>
            <pc:docMk/>
            <pc:sldMk cId="2041118525" sldId="303"/>
            <ac:spMk id="3" creationId="{F16AB9AB-D994-22AB-F46C-F900F9D0CE96}"/>
          </ac:spMkLst>
        </pc:spChg>
      </pc:sldChg>
      <pc:sldChg chg="modSp new mod">
        <pc:chgData name="Aswini Chinnasamy" userId="747a38e629acba16" providerId="LiveId" clId="{7BC40E3E-8DCE-4B79-8DE2-DBD290D7FC7B}" dt="2026-07-20T06:04:28.846" v="478" actId="207"/>
        <pc:sldMkLst>
          <pc:docMk/>
          <pc:sldMk cId="3978735827" sldId="304"/>
        </pc:sldMkLst>
        <pc:spChg chg="mod">
          <ac:chgData name="Aswini Chinnasamy" userId="747a38e629acba16" providerId="LiveId" clId="{7BC40E3E-8DCE-4B79-8DE2-DBD290D7FC7B}" dt="2026-07-20T06:02:25.355" v="477" actId="207"/>
          <ac:spMkLst>
            <pc:docMk/>
            <pc:sldMk cId="3978735827" sldId="304"/>
            <ac:spMk id="2" creationId="{B52D4421-0E49-394A-C45E-FEFA3E87E179}"/>
          </ac:spMkLst>
        </pc:spChg>
        <pc:spChg chg="mod">
          <ac:chgData name="Aswini Chinnasamy" userId="747a38e629acba16" providerId="LiveId" clId="{7BC40E3E-8DCE-4B79-8DE2-DBD290D7FC7B}" dt="2026-07-20T06:04:28.846" v="478" actId="207"/>
          <ac:spMkLst>
            <pc:docMk/>
            <pc:sldMk cId="3978735827" sldId="304"/>
            <ac:spMk id="3" creationId="{AE1BFD10-1532-0942-6D01-0B49C64C1BBE}"/>
          </ac:spMkLst>
        </pc:spChg>
      </pc:sldChg>
      <pc:sldChg chg="delSp modSp new mod">
        <pc:chgData name="Aswini Chinnasamy" userId="747a38e629acba16" providerId="LiveId" clId="{7BC40E3E-8DCE-4B79-8DE2-DBD290D7FC7B}" dt="2026-07-20T06:06:45.974" v="484" actId="207"/>
        <pc:sldMkLst>
          <pc:docMk/>
          <pc:sldMk cId="1866718125" sldId="305"/>
        </pc:sldMkLst>
        <pc:spChg chg="mod">
          <ac:chgData name="Aswini Chinnasamy" userId="747a38e629acba16" providerId="LiveId" clId="{7BC40E3E-8DCE-4B79-8DE2-DBD290D7FC7B}" dt="2026-07-20T06:06:45.974" v="484" actId="207"/>
          <ac:spMkLst>
            <pc:docMk/>
            <pc:sldMk cId="1866718125" sldId="305"/>
            <ac:spMk id="3" creationId="{7550B4A4-088A-9D30-D4D0-DFB26EAA4C99}"/>
          </ac:spMkLst>
        </pc:spChg>
      </pc:sldChg>
      <pc:sldChg chg="modSp new mod">
        <pc:chgData name="Aswini Chinnasamy" userId="747a38e629acba16" providerId="LiveId" clId="{7BC40E3E-8DCE-4B79-8DE2-DBD290D7FC7B}" dt="2026-07-21T16:01:26.490" v="512" actId="5793"/>
        <pc:sldMkLst>
          <pc:docMk/>
          <pc:sldMk cId="3926969243" sldId="306"/>
        </pc:sldMkLst>
        <pc:spChg chg="mod">
          <ac:chgData name="Aswini Chinnasamy" userId="747a38e629acba16" providerId="LiveId" clId="{7BC40E3E-8DCE-4B79-8DE2-DBD290D7FC7B}" dt="2026-07-21T16:01:26.490" v="512" actId="5793"/>
          <ac:spMkLst>
            <pc:docMk/>
            <pc:sldMk cId="3926969243" sldId="306"/>
            <ac:spMk id="3" creationId="{A276F1A7-CFBF-1FE5-956D-AB37E6C786B8}"/>
          </ac:spMkLst>
        </pc:spChg>
      </pc:sldChg>
      <pc:sldChg chg="modSp new mod">
        <pc:chgData name="Aswini Chinnasamy" userId="747a38e629acba16" providerId="LiveId" clId="{7BC40E3E-8DCE-4B79-8DE2-DBD290D7FC7B}" dt="2026-07-22T05:02:40.435" v="742" actId="20577"/>
        <pc:sldMkLst>
          <pc:docMk/>
          <pc:sldMk cId="2939305981" sldId="307"/>
        </pc:sldMkLst>
        <pc:spChg chg="mod">
          <ac:chgData name="Aswini Chinnasamy" userId="747a38e629acba16" providerId="LiveId" clId="{7BC40E3E-8DCE-4B79-8DE2-DBD290D7FC7B}" dt="2026-07-22T05:02:40.435" v="742" actId="20577"/>
          <ac:spMkLst>
            <pc:docMk/>
            <pc:sldMk cId="2939305981" sldId="307"/>
            <ac:spMk id="3" creationId="{A05315D6-A0EC-BE10-7FA6-0DC397F81298}"/>
          </ac:spMkLst>
        </pc:spChg>
      </pc:sldChg>
      <pc:sldChg chg="modSp new mod">
        <pc:chgData name="Aswini Chinnasamy" userId="747a38e629acba16" providerId="LiveId" clId="{7BC40E3E-8DCE-4B79-8DE2-DBD290D7FC7B}" dt="2026-07-22T05:03:02.935" v="744" actId="20577"/>
        <pc:sldMkLst>
          <pc:docMk/>
          <pc:sldMk cId="3374396494" sldId="308"/>
        </pc:sldMkLst>
        <pc:spChg chg="mod">
          <ac:chgData name="Aswini Chinnasamy" userId="747a38e629acba16" providerId="LiveId" clId="{7BC40E3E-8DCE-4B79-8DE2-DBD290D7FC7B}" dt="2026-07-21T16:03:50.021" v="532" actId="14100"/>
          <ac:spMkLst>
            <pc:docMk/>
            <pc:sldMk cId="3374396494" sldId="308"/>
            <ac:spMk id="2" creationId="{6FB42D12-838C-820C-392F-1C074126199B}"/>
          </ac:spMkLst>
        </pc:spChg>
        <pc:spChg chg="mod">
          <ac:chgData name="Aswini Chinnasamy" userId="747a38e629acba16" providerId="LiveId" clId="{7BC40E3E-8DCE-4B79-8DE2-DBD290D7FC7B}" dt="2026-07-22T05:03:02.935" v="744" actId="20577"/>
          <ac:spMkLst>
            <pc:docMk/>
            <pc:sldMk cId="3374396494" sldId="308"/>
            <ac:spMk id="3" creationId="{DB87339F-6895-9CDD-87D1-5F6964229DAB}"/>
          </ac:spMkLst>
        </pc:spChg>
      </pc:sldChg>
      <pc:sldChg chg="addSp delSp modSp new mod">
        <pc:chgData name="Aswini Chinnasamy" userId="747a38e629acba16" providerId="LiveId" clId="{7BC40E3E-8DCE-4B79-8DE2-DBD290D7FC7B}" dt="2026-07-21T16:05:42.118" v="577" actId="14100"/>
        <pc:sldMkLst>
          <pc:docMk/>
          <pc:sldMk cId="2334061165" sldId="309"/>
        </pc:sldMkLst>
        <pc:spChg chg="mod">
          <ac:chgData name="Aswini Chinnasamy" userId="747a38e629acba16" providerId="LiveId" clId="{7BC40E3E-8DCE-4B79-8DE2-DBD290D7FC7B}" dt="2026-07-21T16:05:06.614" v="566" actId="122"/>
          <ac:spMkLst>
            <pc:docMk/>
            <pc:sldMk cId="2334061165" sldId="309"/>
            <ac:spMk id="2" creationId="{CAF506B0-77F2-FC4F-4127-F9320E532028}"/>
          </ac:spMkLst>
        </pc:spChg>
        <pc:picChg chg="add mod ord">
          <ac:chgData name="Aswini Chinnasamy" userId="747a38e629acba16" providerId="LiveId" clId="{7BC40E3E-8DCE-4B79-8DE2-DBD290D7FC7B}" dt="2026-07-21T16:05:42.118" v="577" actId="14100"/>
          <ac:picMkLst>
            <pc:docMk/>
            <pc:sldMk cId="2334061165" sldId="309"/>
            <ac:picMk id="5" creationId="{575A4FEB-F588-8E7C-6763-BAD3F93C1ED3}"/>
          </ac:picMkLst>
        </pc:picChg>
      </pc:sldChg>
      <pc:sldChg chg="addSp delSp modSp new mod">
        <pc:chgData name="Aswini Chinnasamy" userId="747a38e629acba16" providerId="LiveId" clId="{7BC40E3E-8DCE-4B79-8DE2-DBD290D7FC7B}" dt="2026-07-21T16:11:50.787" v="628" actId="14100"/>
        <pc:sldMkLst>
          <pc:docMk/>
          <pc:sldMk cId="505016994" sldId="310"/>
        </pc:sldMkLst>
        <pc:spChg chg="mod">
          <ac:chgData name="Aswini Chinnasamy" userId="747a38e629acba16" providerId="LiveId" clId="{7BC40E3E-8DCE-4B79-8DE2-DBD290D7FC7B}" dt="2026-07-21T16:07:59.612" v="613" actId="122"/>
          <ac:spMkLst>
            <pc:docMk/>
            <pc:sldMk cId="505016994" sldId="310"/>
            <ac:spMk id="2" creationId="{AE1FEDFB-58C6-8099-F5D9-74D70D797A6E}"/>
          </ac:spMkLst>
        </pc:spChg>
        <pc:picChg chg="add mod ord">
          <ac:chgData name="Aswini Chinnasamy" userId="747a38e629acba16" providerId="LiveId" clId="{7BC40E3E-8DCE-4B79-8DE2-DBD290D7FC7B}" dt="2026-07-21T16:11:50.787" v="628" actId="14100"/>
          <ac:picMkLst>
            <pc:docMk/>
            <pc:sldMk cId="505016994" sldId="310"/>
            <ac:picMk id="5" creationId="{747B5120-AA38-39B5-DDBD-3CBCDD4C16FF}"/>
          </ac:picMkLst>
        </pc:picChg>
      </pc:sldChg>
      <pc:sldChg chg="addSp delSp modSp new mod">
        <pc:chgData name="Aswini Chinnasamy" userId="747a38e629acba16" providerId="LiveId" clId="{7BC40E3E-8DCE-4B79-8DE2-DBD290D7FC7B}" dt="2026-07-21T16:10:39.588" v="627" actId="14100"/>
        <pc:sldMkLst>
          <pc:docMk/>
          <pc:sldMk cId="3446488616" sldId="311"/>
        </pc:sldMkLst>
        <pc:picChg chg="add mod ord">
          <ac:chgData name="Aswini Chinnasamy" userId="747a38e629acba16" providerId="LiveId" clId="{7BC40E3E-8DCE-4B79-8DE2-DBD290D7FC7B}" dt="2026-07-21T16:10:39.588" v="627" actId="14100"/>
          <ac:picMkLst>
            <pc:docMk/>
            <pc:sldMk cId="3446488616" sldId="311"/>
            <ac:picMk id="5" creationId="{941E5CF8-32A4-E1D0-B12B-4D03DFE3EEDA}"/>
          </ac:picMkLst>
        </pc:picChg>
      </pc:sldChg>
      <pc:sldChg chg="modSp new mod">
        <pc:chgData name="Aswini Chinnasamy" userId="747a38e629acba16" providerId="LiveId" clId="{7BC40E3E-8DCE-4B79-8DE2-DBD290D7FC7B}" dt="2026-07-21T16:12:56.381" v="692" actId="20577"/>
        <pc:sldMkLst>
          <pc:docMk/>
          <pc:sldMk cId="1087421644" sldId="312"/>
        </pc:sldMkLst>
        <pc:spChg chg="mod">
          <ac:chgData name="Aswini Chinnasamy" userId="747a38e629acba16" providerId="LiveId" clId="{7BC40E3E-8DCE-4B79-8DE2-DBD290D7FC7B}" dt="2026-07-21T16:12:11.209" v="647" actId="122"/>
          <ac:spMkLst>
            <pc:docMk/>
            <pc:sldMk cId="1087421644" sldId="312"/>
            <ac:spMk id="2" creationId="{747F4BE0-0A30-72A6-D36B-418B9EF361CC}"/>
          </ac:spMkLst>
        </pc:spChg>
        <pc:spChg chg="mod">
          <ac:chgData name="Aswini Chinnasamy" userId="747a38e629acba16" providerId="LiveId" clId="{7BC40E3E-8DCE-4B79-8DE2-DBD290D7FC7B}" dt="2026-07-21T16:12:56.381" v="692" actId="20577"/>
          <ac:spMkLst>
            <pc:docMk/>
            <pc:sldMk cId="1087421644" sldId="312"/>
            <ac:spMk id="3" creationId="{68366EA5-8E36-8FEF-ACF3-D1B779DAE304}"/>
          </ac:spMkLst>
        </pc:spChg>
      </pc:sldChg>
      <pc:sldChg chg="addSp delSp modSp new mod">
        <pc:chgData name="Aswini Chinnasamy" userId="747a38e629acba16" providerId="LiveId" clId="{7BC40E3E-8DCE-4B79-8DE2-DBD290D7FC7B}" dt="2026-07-21T16:16:08.607" v="723" actId="255"/>
        <pc:sldMkLst>
          <pc:docMk/>
          <pc:sldMk cId="903973972" sldId="313"/>
        </pc:sldMkLst>
        <pc:spChg chg="mod">
          <ac:chgData name="Aswini Chinnasamy" userId="747a38e629acba16" providerId="LiveId" clId="{7BC40E3E-8DCE-4B79-8DE2-DBD290D7FC7B}" dt="2026-07-21T16:14:33.053" v="711" actId="14100"/>
          <ac:spMkLst>
            <pc:docMk/>
            <pc:sldMk cId="903973972" sldId="313"/>
            <ac:spMk id="2" creationId="{38E881F2-3DB9-24B6-2160-2315B0C1578B}"/>
          </ac:spMkLst>
        </pc:spChg>
        <pc:spChg chg="add mod">
          <ac:chgData name="Aswini Chinnasamy" userId="747a38e629acba16" providerId="LiveId" clId="{7BC40E3E-8DCE-4B79-8DE2-DBD290D7FC7B}" dt="2026-07-21T16:16:08.607" v="723" actId="255"/>
          <ac:spMkLst>
            <pc:docMk/>
            <pc:sldMk cId="903973972" sldId="313"/>
            <ac:spMk id="7" creationId="{6539FEC7-0441-CB12-E478-D1891226B82F}"/>
          </ac:spMkLst>
        </pc:spChg>
        <pc:picChg chg="add mod ord">
          <ac:chgData name="Aswini Chinnasamy" userId="747a38e629acba16" providerId="LiveId" clId="{7BC40E3E-8DCE-4B79-8DE2-DBD290D7FC7B}" dt="2026-07-21T16:15:07.296" v="718" actId="1076"/>
          <ac:picMkLst>
            <pc:docMk/>
            <pc:sldMk cId="903973972" sldId="313"/>
            <ac:picMk id="5" creationId="{2F21089D-D445-3D47-A550-B9BADF5E8019}"/>
          </ac:picMkLst>
        </pc:picChg>
      </pc:sldChg>
      <pc:sldChg chg="modSp new mod">
        <pc:chgData name="Aswini Chinnasamy" userId="747a38e629acba16" providerId="LiveId" clId="{7BC40E3E-8DCE-4B79-8DE2-DBD290D7FC7B}" dt="2026-07-22T05:08:00.722" v="749" actId="27636"/>
        <pc:sldMkLst>
          <pc:docMk/>
          <pc:sldMk cId="439732687" sldId="314"/>
        </pc:sldMkLst>
        <pc:spChg chg="mod">
          <ac:chgData name="Aswini Chinnasamy" userId="747a38e629acba16" providerId="LiveId" clId="{7BC40E3E-8DCE-4B79-8DE2-DBD290D7FC7B}" dt="2026-07-22T05:08:00.722" v="749" actId="27636"/>
          <ac:spMkLst>
            <pc:docMk/>
            <pc:sldMk cId="439732687" sldId="314"/>
            <ac:spMk id="3" creationId="{AA3DD42B-991C-E618-5A49-AE3856A5EC80}"/>
          </ac:spMkLst>
        </pc:spChg>
      </pc:sldChg>
      <pc:sldChg chg="modSp new mod">
        <pc:chgData name="Aswini Chinnasamy" userId="747a38e629acba16" providerId="LiveId" clId="{7BC40E3E-8DCE-4B79-8DE2-DBD290D7FC7B}" dt="2026-07-21T16:29:39.242" v="741" actId="20577"/>
        <pc:sldMkLst>
          <pc:docMk/>
          <pc:sldMk cId="2469870504" sldId="315"/>
        </pc:sldMkLst>
        <pc:spChg chg="mod">
          <ac:chgData name="Aswini Chinnasamy" userId="747a38e629acba16" providerId="LiveId" clId="{7BC40E3E-8DCE-4B79-8DE2-DBD290D7FC7B}" dt="2026-07-21T16:29:06.371" v="736"/>
          <ac:spMkLst>
            <pc:docMk/>
            <pc:sldMk cId="2469870504" sldId="315"/>
            <ac:spMk id="2" creationId="{D4D030A7-9DFD-4261-1667-6CCB7E22D6F4}"/>
          </ac:spMkLst>
        </pc:spChg>
        <pc:spChg chg="mod">
          <ac:chgData name="Aswini Chinnasamy" userId="747a38e629acba16" providerId="LiveId" clId="{7BC40E3E-8DCE-4B79-8DE2-DBD290D7FC7B}" dt="2026-07-21T16:29:39.242" v="741" actId="20577"/>
          <ac:spMkLst>
            <pc:docMk/>
            <pc:sldMk cId="2469870504" sldId="315"/>
            <ac:spMk id="3" creationId="{70667226-59DE-190B-B41D-B576ABACDB12}"/>
          </ac:spMkLst>
        </pc:spChg>
      </pc:sldChg>
      <pc:sldChg chg="modSp new mod">
        <pc:chgData name="Aswini Chinnasamy" userId="747a38e629acba16" providerId="LiveId" clId="{7BC40E3E-8DCE-4B79-8DE2-DBD290D7FC7B}" dt="2026-07-23T04:45:14.911" v="1392" actId="14100"/>
        <pc:sldMkLst>
          <pc:docMk/>
          <pc:sldMk cId="3906555493" sldId="316"/>
        </pc:sldMkLst>
        <pc:spChg chg="mod">
          <ac:chgData name="Aswini Chinnasamy" userId="747a38e629acba16" providerId="LiveId" clId="{7BC40E3E-8DCE-4B79-8DE2-DBD290D7FC7B}" dt="2026-07-22T05:44:17.408" v="792" actId="1076"/>
          <ac:spMkLst>
            <pc:docMk/>
            <pc:sldMk cId="3906555493" sldId="316"/>
            <ac:spMk id="2" creationId="{809955D9-A1D3-3D0A-63E3-4D32D05698DC}"/>
          </ac:spMkLst>
        </pc:spChg>
        <pc:spChg chg="mod">
          <ac:chgData name="Aswini Chinnasamy" userId="747a38e629acba16" providerId="LiveId" clId="{7BC40E3E-8DCE-4B79-8DE2-DBD290D7FC7B}" dt="2026-07-23T04:45:14.911" v="1392" actId="14100"/>
          <ac:spMkLst>
            <pc:docMk/>
            <pc:sldMk cId="3906555493" sldId="316"/>
            <ac:spMk id="3" creationId="{08E7675D-7B28-6A73-74A3-7404312FA75D}"/>
          </ac:spMkLst>
        </pc:spChg>
      </pc:sldChg>
      <pc:sldChg chg="delSp modSp new mod">
        <pc:chgData name="Aswini Chinnasamy" userId="747a38e629acba16" providerId="LiveId" clId="{7BC40E3E-8DCE-4B79-8DE2-DBD290D7FC7B}" dt="2026-07-22T13:49:37.705" v="1028" actId="20577"/>
        <pc:sldMkLst>
          <pc:docMk/>
          <pc:sldMk cId="2237006816" sldId="317"/>
        </pc:sldMkLst>
        <pc:spChg chg="del">
          <ac:chgData name="Aswini Chinnasamy" userId="747a38e629acba16" providerId="LiveId" clId="{7BC40E3E-8DCE-4B79-8DE2-DBD290D7FC7B}" dt="2026-07-22T05:46:19.713" v="811" actId="478"/>
          <ac:spMkLst>
            <pc:docMk/>
            <pc:sldMk cId="2237006816" sldId="317"/>
            <ac:spMk id="2" creationId="{BB3E9837-9E91-5B95-41AA-20DE7CFFF396}"/>
          </ac:spMkLst>
        </pc:spChg>
        <pc:spChg chg="mod">
          <ac:chgData name="Aswini Chinnasamy" userId="747a38e629acba16" providerId="LiveId" clId="{7BC40E3E-8DCE-4B79-8DE2-DBD290D7FC7B}" dt="2026-07-22T13:49:37.705" v="1028" actId="20577"/>
          <ac:spMkLst>
            <pc:docMk/>
            <pc:sldMk cId="2237006816" sldId="317"/>
            <ac:spMk id="3" creationId="{EDE5C5E8-5537-64D5-2E0A-B98E51E7CFA6}"/>
          </ac:spMkLst>
        </pc:spChg>
      </pc:sldChg>
      <pc:sldChg chg="delSp modSp new mod">
        <pc:chgData name="Aswini Chinnasamy" userId="747a38e629acba16" providerId="LiveId" clId="{7BC40E3E-8DCE-4B79-8DE2-DBD290D7FC7B}" dt="2026-07-22T13:50:27.735" v="1042" actId="20577"/>
        <pc:sldMkLst>
          <pc:docMk/>
          <pc:sldMk cId="1317382855" sldId="318"/>
        </pc:sldMkLst>
        <pc:spChg chg="del">
          <ac:chgData name="Aswini Chinnasamy" userId="747a38e629acba16" providerId="LiveId" clId="{7BC40E3E-8DCE-4B79-8DE2-DBD290D7FC7B}" dt="2026-07-22T05:47:29.076" v="838" actId="478"/>
          <ac:spMkLst>
            <pc:docMk/>
            <pc:sldMk cId="1317382855" sldId="318"/>
            <ac:spMk id="2" creationId="{69F471ED-CB34-97BD-2F33-BF053D1C377A}"/>
          </ac:spMkLst>
        </pc:spChg>
        <pc:spChg chg="mod">
          <ac:chgData name="Aswini Chinnasamy" userId="747a38e629acba16" providerId="LiveId" clId="{7BC40E3E-8DCE-4B79-8DE2-DBD290D7FC7B}" dt="2026-07-22T13:50:27.735" v="1042" actId="20577"/>
          <ac:spMkLst>
            <pc:docMk/>
            <pc:sldMk cId="1317382855" sldId="318"/>
            <ac:spMk id="3" creationId="{E56EC4EB-5F23-BBD3-40ED-094BC716D1E1}"/>
          </ac:spMkLst>
        </pc:spChg>
      </pc:sldChg>
      <pc:sldChg chg="modSp new mod">
        <pc:chgData name="Aswini Chinnasamy" userId="747a38e629acba16" providerId="LiveId" clId="{7BC40E3E-8DCE-4B79-8DE2-DBD290D7FC7B}" dt="2026-07-22T05:49:38.512" v="931" actId="20577"/>
        <pc:sldMkLst>
          <pc:docMk/>
          <pc:sldMk cId="1102475614" sldId="319"/>
        </pc:sldMkLst>
        <pc:spChg chg="mod">
          <ac:chgData name="Aswini Chinnasamy" userId="747a38e629acba16" providerId="LiveId" clId="{7BC40E3E-8DCE-4B79-8DE2-DBD290D7FC7B}" dt="2026-07-22T05:48:51.324" v="920" actId="14100"/>
          <ac:spMkLst>
            <pc:docMk/>
            <pc:sldMk cId="1102475614" sldId="319"/>
            <ac:spMk id="2" creationId="{C8B475B0-5B39-5CD4-F786-053483F2EDFD}"/>
          </ac:spMkLst>
        </pc:spChg>
        <pc:spChg chg="mod">
          <ac:chgData name="Aswini Chinnasamy" userId="747a38e629acba16" providerId="LiveId" clId="{7BC40E3E-8DCE-4B79-8DE2-DBD290D7FC7B}" dt="2026-07-22T05:49:38.512" v="931" actId="20577"/>
          <ac:spMkLst>
            <pc:docMk/>
            <pc:sldMk cId="1102475614" sldId="319"/>
            <ac:spMk id="3" creationId="{5D685728-8FA1-7841-13A7-EBC2F1DD2CD6}"/>
          </ac:spMkLst>
        </pc:spChg>
      </pc:sldChg>
      <pc:sldChg chg="delSp modSp new mod">
        <pc:chgData name="Aswini Chinnasamy" userId="747a38e629acba16" providerId="LiveId" clId="{7BC40E3E-8DCE-4B79-8DE2-DBD290D7FC7B}" dt="2026-07-22T05:50:22.700" v="938" actId="207"/>
        <pc:sldMkLst>
          <pc:docMk/>
          <pc:sldMk cId="1371247642" sldId="320"/>
        </pc:sldMkLst>
        <pc:spChg chg="del">
          <ac:chgData name="Aswini Chinnasamy" userId="747a38e629acba16" providerId="LiveId" clId="{7BC40E3E-8DCE-4B79-8DE2-DBD290D7FC7B}" dt="2026-07-22T05:50:06.569" v="933" actId="478"/>
          <ac:spMkLst>
            <pc:docMk/>
            <pc:sldMk cId="1371247642" sldId="320"/>
            <ac:spMk id="2" creationId="{E23953C5-0823-45DF-CFA8-97F7BAF3EE35}"/>
          </ac:spMkLst>
        </pc:spChg>
        <pc:spChg chg="mod">
          <ac:chgData name="Aswini Chinnasamy" userId="747a38e629acba16" providerId="LiveId" clId="{7BC40E3E-8DCE-4B79-8DE2-DBD290D7FC7B}" dt="2026-07-22T05:50:22.700" v="938" actId="207"/>
          <ac:spMkLst>
            <pc:docMk/>
            <pc:sldMk cId="1371247642" sldId="320"/>
            <ac:spMk id="3" creationId="{972FBFE3-2D99-8F06-B28E-66F87C68DDF2}"/>
          </ac:spMkLst>
        </pc:spChg>
      </pc:sldChg>
      <pc:sldChg chg="modSp new mod">
        <pc:chgData name="Aswini Chinnasamy" userId="747a38e629acba16" providerId="LiveId" clId="{7BC40E3E-8DCE-4B79-8DE2-DBD290D7FC7B}" dt="2026-07-22T05:52:51.949" v="994" actId="20577"/>
        <pc:sldMkLst>
          <pc:docMk/>
          <pc:sldMk cId="3256720199" sldId="321"/>
        </pc:sldMkLst>
        <pc:spChg chg="mod">
          <ac:chgData name="Aswini Chinnasamy" userId="747a38e629acba16" providerId="LiveId" clId="{7BC40E3E-8DCE-4B79-8DE2-DBD290D7FC7B}" dt="2026-07-22T05:50:43.171" v="941" actId="14100"/>
          <ac:spMkLst>
            <pc:docMk/>
            <pc:sldMk cId="3256720199" sldId="321"/>
            <ac:spMk id="2" creationId="{24C6F45B-42E6-85A2-095D-D89462C1C2CE}"/>
          </ac:spMkLst>
        </pc:spChg>
        <pc:spChg chg="mod">
          <ac:chgData name="Aswini Chinnasamy" userId="747a38e629acba16" providerId="LiveId" clId="{7BC40E3E-8DCE-4B79-8DE2-DBD290D7FC7B}" dt="2026-07-22T05:52:51.949" v="994" actId="20577"/>
          <ac:spMkLst>
            <pc:docMk/>
            <pc:sldMk cId="3256720199" sldId="321"/>
            <ac:spMk id="3" creationId="{A6B847B1-0FBE-86E9-9875-BB1EDA10F7FF}"/>
          </ac:spMkLst>
        </pc:spChg>
      </pc:sldChg>
      <pc:sldChg chg="delSp modSp new mod">
        <pc:chgData name="Aswini Chinnasamy" userId="747a38e629acba16" providerId="LiveId" clId="{7BC40E3E-8DCE-4B79-8DE2-DBD290D7FC7B}" dt="2026-07-22T13:54:54.190" v="1048" actId="20577"/>
        <pc:sldMkLst>
          <pc:docMk/>
          <pc:sldMk cId="3728743630" sldId="322"/>
        </pc:sldMkLst>
        <pc:spChg chg="del">
          <ac:chgData name="Aswini Chinnasamy" userId="747a38e629acba16" providerId="LiveId" clId="{7BC40E3E-8DCE-4B79-8DE2-DBD290D7FC7B}" dt="2026-07-22T05:52:58.580" v="996" actId="478"/>
          <ac:spMkLst>
            <pc:docMk/>
            <pc:sldMk cId="3728743630" sldId="322"/>
            <ac:spMk id="2" creationId="{2E471213-7083-DC41-B7F1-D19A86CE1AC2}"/>
          </ac:spMkLst>
        </pc:spChg>
        <pc:spChg chg="mod">
          <ac:chgData name="Aswini Chinnasamy" userId="747a38e629acba16" providerId="LiveId" clId="{7BC40E3E-8DCE-4B79-8DE2-DBD290D7FC7B}" dt="2026-07-22T13:54:54.190" v="1048" actId="20577"/>
          <ac:spMkLst>
            <pc:docMk/>
            <pc:sldMk cId="3728743630" sldId="322"/>
            <ac:spMk id="3" creationId="{687E5C2E-7E58-E4E3-9C58-5C2111D7538F}"/>
          </ac:spMkLst>
        </pc:spChg>
      </pc:sldChg>
      <pc:sldChg chg="addSp delSp modSp new mod">
        <pc:chgData name="Aswini Chinnasamy" userId="747a38e629acba16" providerId="LiveId" clId="{7BC40E3E-8DCE-4B79-8DE2-DBD290D7FC7B}" dt="2026-07-22T05:59:26.753" v="1020" actId="20577"/>
        <pc:sldMkLst>
          <pc:docMk/>
          <pc:sldMk cId="2548739468" sldId="323"/>
        </pc:sldMkLst>
        <pc:spChg chg="del">
          <ac:chgData name="Aswini Chinnasamy" userId="747a38e629acba16" providerId="LiveId" clId="{7BC40E3E-8DCE-4B79-8DE2-DBD290D7FC7B}" dt="2026-07-22T05:58:09.184" v="1003" actId="478"/>
          <ac:spMkLst>
            <pc:docMk/>
            <pc:sldMk cId="2548739468" sldId="323"/>
            <ac:spMk id="2" creationId="{E79C0796-80B8-C1E0-05BA-EF469E5DD988}"/>
          </ac:spMkLst>
        </pc:spChg>
        <pc:spChg chg="del mod">
          <ac:chgData name="Aswini Chinnasamy" userId="747a38e629acba16" providerId="LiveId" clId="{7BC40E3E-8DCE-4B79-8DE2-DBD290D7FC7B}" dt="2026-07-22T05:58:14.255" v="1006"/>
          <ac:spMkLst>
            <pc:docMk/>
            <pc:sldMk cId="2548739468" sldId="323"/>
            <ac:spMk id="3" creationId="{0C431311-3161-EFF1-4D99-D1C1CD521A57}"/>
          </ac:spMkLst>
        </pc:spChg>
        <pc:graphicFrameChg chg="add mod modGraphic">
          <ac:chgData name="Aswini Chinnasamy" userId="747a38e629acba16" providerId="LiveId" clId="{7BC40E3E-8DCE-4B79-8DE2-DBD290D7FC7B}" dt="2026-07-22T05:59:26.753" v="1020" actId="20577"/>
          <ac:graphicFrameMkLst>
            <pc:docMk/>
            <pc:sldMk cId="2548739468" sldId="323"/>
            <ac:graphicFrameMk id="4" creationId="{6B0CF844-CC95-BA31-CE2A-9BAD4B93E0C7}"/>
          </ac:graphicFrameMkLst>
        </pc:graphicFrameChg>
      </pc:sldChg>
      <pc:sldChg chg="modSp new mod">
        <pc:chgData name="Aswini Chinnasamy" userId="747a38e629acba16" providerId="LiveId" clId="{7BC40E3E-8DCE-4B79-8DE2-DBD290D7FC7B}" dt="2026-07-22T15:45:42.530" v="1265" actId="20577"/>
        <pc:sldMkLst>
          <pc:docMk/>
          <pc:sldMk cId="3933190055" sldId="324"/>
        </pc:sldMkLst>
        <pc:spChg chg="mod">
          <ac:chgData name="Aswini Chinnasamy" userId="747a38e629acba16" providerId="LiveId" clId="{7BC40E3E-8DCE-4B79-8DE2-DBD290D7FC7B}" dt="2026-07-22T15:13:54.652" v="1069" actId="20577"/>
          <ac:spMkLst>
            <pc:docMk/>
            <pc:sldMk cId="3933190055" sldId="324"/>
            <ac:spMk id="2" creationId="{62D5737E-B7BB-7AD3-DBE1-08AF85E82FD4}"/>
          </ac:spMkLst>
        </pc:spChg>
        <pc:spChg chg="mod">
          <ac:chgData name="Aswini Chinnasamy" userId="747a38e629acba16" providerId="LiveId" clId="{7BC40E3E-8DCE-4B79-8DE2-DBD290D7FC7B}" dt="2026-07-22T15:45:42.530" v="1265" actId="20577"/>
          <ac:spMkLst>
            <pc:docMk/>
            <pc:sldMk cId="3933190055" sldId="324"/>
            <ac:spMk id="3" creationId="{B82F3D06-3480-A725-4AF2-C2F66D966EBC}"/>
          </ac:spMkLst>
        </pc:spChg>
      </pc:sldChg>
      <pc:sldChg chg="delSp modSp new mod">
        <pc:chgData name="Aswini Chinnasamy" userId="747a38e629acba16" providerId="LiveId" clId="{7BC40E3E-8DCE-4B79-8DE2-DBD290D7FC7B}" dt="2026-07-22T15:19:07.893" v="1167" actId="20577"/>
        <pc:sldMkLst>
          <pc:docMk/>
          <pc:sldMk cId="2702910936" sldId="325"/>
        </pc:sldMkLst>
        <pc:spChg chg="del">
          <ac:chgData name="Aswini Chinnasamy" userId="747a38e629acba16" providerId="LiveId" clId="{7BC40E3E-8DCE-4B79-8DE2-DBD290D7FC7B}" dt="2026-07-22T15:17:26.656" v="1083" actId="478"/>
          <ac:spMkLst>
            <pc:docMk/>
            <pc:sldMk cId="2702910936" sldId="325"/>
            <ac:spMk id="2" creationId="{95AD3F4B-BB3B-EE83-FC62-DF80C54C6204}"/>
          </ac:spMkLst>
        </pc:spChg>
        <pc:spChg chg="mod">
          <ac:chgData name="Aswini Chinnasamy" userId="747a38e629acba16" providerId="LiveId" clId="{7BC40E3E-8DCE-4B79-8DE2-DBD290D7FC7B}" dt="2026-07-22T15:19:07.893" v="1167" actId="20577"/>
          <ac:spMkLst>
            <pc:docMk/>
            <pc:sldMk cId="2702910936" sldId="325"/>
            <ac:spMk id="3" creationId="{A907F1B8-F03D-456F-A461-5DEC33E49E3C}"/>
          </ac:spMkLst>
        </pc:spChg>
      </pc:sldChg>
      <pc:sldChg chg="modSp new mod">
        <pc:chgData name="Aswini Chinnasamy" userId="747a38e629acba16" providerId="LiveId" clId="{7BC40E3E-8DCE-4B79-8DE2-DBD290D7FC7B}" dt="2026-07-22T15:19:20.157" v="1172" actId="20577"/>
        <pc:sldMkLst>
          <pc:docMk/>
          <pc:sldMk cId="1188537999" sldId="326"/>
        </pc:sldMkLst>
        <pc:spChg chg="mod">
          <ac:chgData name="Aswini Chinnasamy" userId="747a38e629acba16" providerId="LiveId" clId="{7BC40E3E-8DCE-4B79-8DE2-DBD290D7FC7B}" dt="2026-07-22T15:18:32.842" v="1141" actId="20577"/>
          <ac:spMkLst>
            <pc:docMk/>
            <pc:sldMk cId="1188537999" sldId="326"/>
            <ac:spMk id="2" creationId="{9925440D-4070-73B2-275B-8B7A21D5763C}"/>
          </ac:spMkLst>
        </pc:spChg>
        <pc:spChg chg="mod">
          <ac:chgData name="Aswini Chinnasamy" userId="747a38e629acba16" providerId="LiveId" clId="{7BC40E3E-8DCE-4B79-8DE2-DBD290D7FC7B}" dt="2026-07-22T15:19:20.157" v="1172" actId="20577"/>
          <ac:spMkLst>
            <pc:docMk/>
            <pc:sldMk cId="1188537999" sldId="326"/>
            <ac:spMk id="3" creationId="{77A64BC9-194A-3C4A-BAAF-F29193DCE653}"/>
          </ac:spMkLst>
        </pc:spChg>
      </pc:sldChg>
      <pc:sldChg chg="delSp modSp new mod">
        <pc:chgData name="Aswini Chinnasamy" userId="747a38e629acba16" providerId="LiveId" clId="{7BC40E3E-8DCE-4B79-8DE2-DBD290D7FC7B}" dt="2026-07-23T03:33:56.812" v="1391" actId="20577"/>
        <pc:sldMkLst>
          <pc:docMk/>
          <pc:sldMk cId="3470852349" sldId="327"/>
        </pc:sldMkLst>
        <pc:spChg chg="del">
          <ac:chgData name="Aswini Chinnasamy" userId="747a38e629acba16" providerId="LiveId" clId="{7BC40E3E-8DCE-4B79-8DE2-DBD290D7FC7B}" dt="2026-07-22T15:19:55.469" v="1174" actId="478"/>
          <ac:spMkLst>
            <pc:docMk/>
            <pc:sldMk cId="3470852349" sldId="327"/>
            <ac:spMk id="2" creationId="{F550A1EE-337C-897C-568D-545897487D53}"/>
          </ac:spMkLst>
        </pc:spChg>
        <pc:spChg chg="mod">
          <ac:chgData name="Aswini Chinnasamy" userId="747a38e629acba16" providerId="LiveId" clId="{7BC40E3E-8DCE-4B79-8DE2-DBD290D7FC7B}" dt="2026-07-23T03:33:56.812" v="1391" actId="20577"/>
          <ac:spMkLst>
            <pc:docMk/>
            <pc:sldMk cId="3470852349" sldId="327"/>
            <ac:spMk id="3" creationId="{B02D4FFB-B15E-3C60-1980-CBD7B34C004C}"/>
          </ac:spMkLst>
        </pc:spChg>
      </pc:sldChg>
      <pc:sldChg chg="modSp new mod">
        <pc:chgData name="Aswini Chinnasamy" userId="747a38e629acba16" providerId="LiveId" clId="{7BC40E3E-8DCE-4B79-8DE2-DBD290D7FC7B}" dt="2026-07-22T15:22:49.822" v="1250"/>
        <pc:sldMkLst>
          <pc:docMk/>
          <pc:sldMk cId="2776317603" sldId="328"/>
        </pc:sldMkLst>
        <pc:spChg chg="mod">
          <ac:chgData name="Aswini Chinnasamy" userId="747a38e629acba16" providerId="LiveId" clId="{7BC40E3E-8DCE-4B79-8DE2-DBD290D7FC7B}" dt="2026-07-22T15:21:57.255" v="1236" actId="14100"/>
          <ac:spMkLst>
            <pc:docMk/>
            <pc:sldMk cId="2776317603" sldId="328"/>
            <ac:spMk id="2" creationId="{75AAC640-3616-BDEA-6FFF-4DC5842FEBB2}"/>
          </ac:spMkLst>
        </pc:spChg>
        <pc:spChg chg="mod">
          <ac:chgData name="Aswini Chinnasamy" userId="747a38e629acba16" providerId="LiveId" clId="{7BC40E3E-8DCE-4B79-8DE2-DBD290D7FC7B}" dt="2026-07-22T15:22:49.822" v="1250"/>
          <ac:spMkLst>
            <pc:docMk/>
            <pc:sldMk cId="2776317603" sldId="328"/>
            <ac:spMk id="3" creationId="{E5506DDA-559F-C21F-4F5E-447EDE4E886E}"/>
          </ac:spMkLst>
        </pc:spChg>
      </pc:sldChg>
      <pc:sldChg chg="modSp new mod">
        <pc:chgData name="Aswini Chinnasamy" userId="747a38e629acba16" providerId="LiveId" clId="{7BC40E3E-8DCE-4B79-8DE2-DBD290D7FC7B}" dt="2026-07-22T15:24:05.845" v="1256" actId="20577"/>
        <pc:sldMkLst>
          <pc:docMk/>
          <pc:sldMk cId="2269038539" sldId="329"/>
        </pc:sldMkLst>
        <pc:spChg chg="mod">
          <ac:chgData name="Aswini Chinnasamy" userId="747a38e629acba16" providerId="LiveId" clId="{7BC40E3E-8DCE-4B79-8DE2-DBD290D7FC7B}" dt="2026-07-22T15:24:05.845" v="1256" actId="20577"/>
          <ac:spMkLst>
            <pc:docMk/>
            <pc:sldMk cId="2269038539" sldId="329"/>
            <ac:spMk id="3" creationId="{FD463E62-E81E-EAE0-29CA-CA0AEAAB4581}"/>
          </ac:spMkLst>
        </pc:spChg>
      </pc:sldChg>
      <pc:sldChg chg="modSp new mod">
        <pc:chgData name="Aswini Chinnasamy" userId="747a38e629acba16" providerId="LiveId" clId="{7BC40E3E-8DCE-4B79-8DE2-DBD290D7FC7B}" dt="2026-07-22T15:47:23.389" v="1296" actId="20577"/>
        <pc:sldMkLst>
          <pc:docMk/>
          <pc:sldMk cId="3516726626" sldId="330"/>
        </pc:sldMkLst>
        <pc:spChg chg="mod">
          <ac:chgData name="Aswini Chinnasamy" userId="747a38e629acba16" providerId="LiveId" clId="{7BC40E3E-8DCE-4B79-8DE2-DBD290D7FC7B}" dt="2026-07-22T15:46:03.566" v="1266" actId="14100"/>
          <ac:spMkLst>
            <pc:docMk/>
            <pc:sldMk cId="3516726626" sldId="330"/>
            <ac:spMk id="2" creationId="{9627C65C-41AF-3C7A-133F-0AE729CF05A6}"/>
          </ac:spMkLst>
        </pc:spChg>
        <pc:spChg chg="mod">
          <ac:chgData name="Aswini Chinnasamy" userId="747a38e629acba16" providerId="LiveId" clId="{7BC40E3E-8DCE-4B79-8DE2-DBD290D7FC7B}" dt="2026-07-22T15:47:23.389" v="1296" actId="20577"/>
          <ac:spMkLst>
            <pc:docMk/>
            <pc:sldMk cId="3516726626" sldId="330"/>
            <ac:spMk id="3" creationId="{C9FAE372-484E-9C38-1621-84EE8305200E}"/>
          </ac:spMkLst>
        </pc:spChg>
      </pc:sldChg>
      <pc:sldChg chg="modSp new mod">
        <pc:chgData name="Aswini Chinnasamy" userId="747a38e629acba16" providerId="LiveId" clId="{7BC40E3E-8DCE-4B79-8DE2-DBD290D7FC7B}" dt="2026-07-22T15:49:47.701" v="1329" actId="14100"/>
        <pc:sldMkLst>
          <pc:docMk/>
          <pc:sldMk cId="3496551964" sldId="331"/>
        </pc:sldMkLst>
        <pc:spChg chg="mod">
          <ac:chgData name="Aswini Chinnasamy" userId="747a38e629acba16" providerId="LiveId" clId="{7BC40E3E-8DCE-4B79-8DE2-DBD290D7FC7B}" dt="2026-07-22T15:48:25.925" v="1304" actId="20577"/>
          <ac:spMkLst>
            <pc:docMk/>
            <pc:sldMk cId="3496551964" sldId="331"/>
            <ac:spMk id="2" creationId="{96EAEAE1-A70B-4D3B-3388-2A94E789F33E}"/>
          </ac:spMkLst>
        </pc:spChg>
        <pc:spChg chg="mod">
          <ac:chgData name="Aswini Chinnasamy" userId="747a38e629acba16" providerId="LiveId" clId="{7BC40E3E-8DCE-4B79-8DE2-DBD290D7FC7B}" dt="2026-07-22T15:49:47.701" v="1329" actId="14100"/>
          <ac:spMkLst>
            <pc:docMk/>
            <pc:sldMk cId="3496551964" sldId="331"/>
            <ac:spMk id="3" creationId="{2A45A5FB-E1C6-5663-75C5-B954DF46529F}"/>
          </ac:spMkLst>
        </pc:spChg>
      </pc:sldChg>
      <pc:sldChg chg="modSp new mod">
        <pc:chgData name="Aswini Chinnasamy" userId="747a38e629acba16" providerId="LiveId" clId="{7BC40E3E-8DCE-4B79-8DE2-DBD290D7FC7B}" dt="2026-07-22T15:53:15.111" v="1366" actId="1076"/>
        <pc:sldMkLst>
          <pc:docMk/>
          <pc:sldMk cId="1087790106" sldId="332"/>
        </pc:sldMkLst>
        <pc:spChg chg="mod">
          <ac:chgData name="Aswini Chinnasamy" userId="747a38e629acba16" providerId="LiveId" clId="{7BC40E3E-8DCE-4B79-8DE2-DBD290D7FC7B}" dt="2026-07-22T15:50:56.038" v="1350" actId="20577"/>
          <ac:spMkLst>
            <pc:docMk/>
            <pc:sldMk cId="1087790106" sldId="332"/>
            <ac:spMk id="2" creationId="{AB50CC76-ED60-6D71-A757-5844FC3896CD}"/>
          </ac:spMkLst>
        </pc:spChg>
        <pc:spChg chg="mod">
          <ac:chgData name="Aswini Chinnasamy" userId="747a38e629acba16" providerId="LiveId" clId="{7BC40E3E-8DCE-4B79-8DE2-DBD290D7FC7B}" dt="2026-07-22T15:53:15.111" v="1366" actId="1076"/>
          <ac:spMkLst>
            <pc:docMk/>
            <pc:sldMk cId="1087790106" sldId="332"/>
            <ac:spMk id="3" creationId="{0EDA5C30-8B7F-4C97-9952-782FA57C24D6}"/>
          </ac:spMkLst>
        </pc:spChg>
      </pc:sldChg>
      <pc:sldChg chg="addSp delSp modSp new mod">
        <pc:chgData name="Aswini Chinnasamy" userId="747a38e629acba16" providerId="LiveId" clId="{7BC40E3E-8DCE-4B79-8DE2-DBD290D7FC7B}" dt="2026-07-22T15:53:37.665" v="1375" actId="14100"/>
        <pc:sldMkLst>
          <pc:docMk/>
          <pc:sldMk cId="1376099426" sldId="333"/>
        </pc:sldMkLst>
        <pc:spChg chg="del">
          <ac:chgData name="Aswini Chinnasamy" userId="747a38e629acba16" providerId="LiveId" clId="{7BC40E3E-8DCE-4B79-8DE2-DBD290D7FC7B}" dt="2026-07-22T15:53:22.133" v="1368" actId="478"/>
          <ac:spMkLst>
            <pc:docMk/>
            <pc:sldMk cId="1376099426" sldId="333"/>
            <ac:spMk id="2" creationId="{FE73669A-B464-B86B-441B-60190C5E197E}"/>
          </ac:spMkLst>
        </pc:spChg>
        <pc:spChg chg="del mod">
          <ac:chgData name="Aswini Chinnasamy" userId="747a38e629acba16" providerId="LiveId" clId="{7BC40E3E-8DCE-4B79-8DE2-DBD290D7FC7B}" dt="2026-07-22T15:53:27.809" v="1372"/>
          <ac:spMkLst>
            <pc:docMk/>
            <pc:sldMk cId="1376099426" sldId="333"/>
            <ac:spMk id="3" creationId="{1634023A-1242-AF39-3058-0AC4617C242F}"/>
          </ac:spMkLst>
        </pc:spChg>
        <pc:picChg chg="add mod ord">
          <ac:chgData name="Aswini Chinnasamy" userId="747a38e629acba16" providerId="LiveId" clId="{7BC40E3E-8DCE-4B79-8DE2-DBD290D7FC7B}" dt="2026-07-22T15:53:37.665" v="1375" actId="14100"/>
          <ac:picMkLst>
            <pc:docMk/>
            <pc:sldMk cId="1376099426" sldId="333"/>
            <ac:picMk id="5" creationId="{0F69312F-6E27-E495-BDFB-DED39E78F063}"/>
          </ac:picMkLst>
        </pc:picChg>
      </pc:sldChg>
      <pc:sldChg chg="modSp new mod">
        <pc:chgData name="Aswini Chinnasamy" userId="747a38e629acba16" providerId="LiveId" clId="{7BC40E3E-8DCE-4B79-8DE2-DBD290D7FC7B}" dt="2026-07-22T15:54:38.270" v="1389" actId="20577"/>
        <pc:sldMkLst>
          <pc:docMk/>
          <pc:sldMk cId="1388476581" sldId="334"/>
        </pc:sldMkLst>
        <pc:spChg chg="mod">
          <ac:chgData name="Aswini Chinnasamy" userId="747a38e629acba16" providerId="LiveId" clId="{7BC40E3E-8DCE-4B79-8DE2-DBD290D7FC7B}" dt="2026-07-22T15:54:13.524" v="1379"/>
          <ac:spMkLst>
            <pc:docMk/>
            <pc:sldMk cId="1388476581" sldId="334"/>
            <ac:spMk id="2" creationId="{8ABF48BD-C7E2-54CB-42E0-4713CD3F1831}"/>
          </ac:spMkLst>
        </pc:spChg>
        <pc:spChg chg="mod">
          <ac:chgData name="Aswini Chinnasamy" userId="747a38e629acba16" providerId="LiveId" clId="{7BC40E3E-8DCE-4B79-8DE2-DBD290D7FC7B}" dt="2026-07-22T15:54:38.270" v="1389" actId="20577"/>
          <ac:spMkLst>
            <pc:docMk/>
            <pc:sldMk cId="1388476581" sldId="334"/>
            <ac:spMk id="3" creationId="{FE537E3F-5A00-4248-FB83-479440B1B2A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E6476-50D1-4005-A793-39A9E58054B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C5A52-1F69-4B90-AFDC-98B4E6B30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087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0C5A52-1F69-4B90-AFDC-98B4E6B30EE5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59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C5B9-A027-DA2F-AD9A-C7144D4C5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0C00A-54F4-A386-38CD-3EB07F912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B86E9-F63D-9070-8313-4A25B1BE4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C5213-6774-846C-1D61-8F39B9EF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1C4B5-B498-6D40-BDBC-88028FF5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260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EE92-8556-C518-5771-937FEDF79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6416B-F865-55B6-7F8C-21207435C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480DF-1F61-1F29-8665-208ABDA8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0BA35-9698-9DB2-5ACC-D5C8A9148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C3224-D793-88B8-9A87-A3C923D26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57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3AC6-9991-E0C7-07AE-1163358CF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B7D34-E577-9E70-5DDD-396E3468C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8C618-3D14-5546-7C3A-1D03F280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D5BA8-5FAF-65C0-C12D-9B84BC51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7241F-A32D-057B-E967-D0A478AA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B01D-671F-8555-F42E-503D3257E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A1C7-E3FB-D22A-DFC0-30ACE85FA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33818-1811-CA52-C6F6-28A569605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16564-30AF-23C4-314C-8CD6F954B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DB8C3-A736-06D4-F073-C3B77BAB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39135-AFCD-2F4C-2202-21648044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08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A934-D5A4-5E7C-4CA1-92960E10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907B8-7D99-A36C-ED08-75BF8AE4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0DDE2-955D-79D7-B72A-B3EA98A2F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0B203-F371-C475-2620-7D0B0FE8D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1C7B5-5266-3226-A4A9-A168D2549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02B3C4-4B74-6C33-3D59-20EF1801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254DB5-067D-4188-6132-4B963C5FE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CA171-F987-8EC2-6C21-1FE1AFD5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2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FD66-98FE-5B7D-896A-CFA891F8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9F314-3794-E7D0-F984-BD93A5662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0A341-36E1-F9F7-B602-F2E6004D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97BD2-4D0A-05CC-4980-EC7EEFD1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645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75E25-EF19-0575-AB80-5ADDF0D0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67FCFA-7A0E-E35A-24F2-EB54609E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DA55D-9F30-D2D3-ACFB-B026A160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87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EA922-716B-B5C7-57CC-0C2036E5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E6D5A-F6F6-821B-ABD5-93C6496E8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BEC53-C16B-621F-49EE-452103157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F58C2-FA4E-ABD0-20A6-EE55989F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FFC87-5727-87E2-0E2F-D4269DF86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1523C-2236-8644-FE19-4CC4C8E9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046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B3F4E-29EF-BD24-AB60-9024F4C8A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57542C-CCAF-3FC0-5399-CFBCDA894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85349-CC2F-0701-87FC-00B5B68CA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66937-1A7C-841E-14C7-060EBE07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D013B-8D43-5389-4573-56AFF6D9A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D4B0F-7C4D-6E7F-926B-6046C262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04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C445-3F1A-9A6E-EF46-87D4BF7E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5FE27-0B71-EC81-6C98-DA84F1E98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F0909-343C-1A3A-8A59-99CBFCA9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17D56-2711-7549-C9FA-8CB0F587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4A2C-0A0C-C326-A294-41A72CC3E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28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247C2-75D2-D1A7-32E9-2D9525B39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F9221-3A47-FFF1-3F10-46B0D13C9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C29CE-F9CA-0AC9-D7A8-B31B4D04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DE6B4-886A-0402-7FE7-66F75D57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21F3-6A85-3664-8F1E-437E514B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83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D1B2C-F7B5-42D3-CB8E-E0AF11DC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491EB-F098-A653-120E-29997CD40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D795B-2402-7BFC-C8F4-1A8EB416D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61D15-978A-48BA-9C01-23E701D5F88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6683F-86DE-68D9-5E27-353B6C81F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23FF4-116E-2BBA-1988-54CA9DD4F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0D98C8-9D1D-4311-82BA-57DE0C1EA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17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1658541" y="890217"/>
            <a:ext cx="9144000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625414" y="899619"/>
            <a:ext cx="6941172" cy="76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spAutoFit/>
          </a:bodyPr>
          <a:lstStyle/>
          <a:p>
            <a:pPr algn="ctr">
              <a:buClr>
                <a:srgbClr val="002060"/>
              </a:buClr>
              <a:buSzPts val="2400"/>
            </a:pPr>
            <a:r>
              <a:rPr lang="en-IN" b="1" dirty="0" err="1">
                <a:latin typeface="Arial"/>
                <a:ea typeface="Arial"/>
                <a:cs typeface="Arial"/>
                <a:sym typeface="Arial"/>
              </a:rPr>
              <a:t>KGiSL</a:t>
            </a:r>
            <a:r>
              <a:rPr lang="en-IN" b="1" dirty="0">
                <a:latin typeface="Arial"/>
                <a:ea typeface="Arial"/>
                <a:cs typeface="Arial"/>
                <a:sym typeface="Arial"/>
              </a:rPr>
              <a:t> Institute of Technology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chemeClr val="dk1"/>
              </a:buClr>
              <a:buSzPts val="1200"/>
            </a:pP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(Approved by AICTE, New Delhi; Affiliated to Anna University, Chennai)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chemeClr val="dk1"/>
              </a:buClr>
              <a:buSzPts val="1200"/>
            </a:pP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Recognized by UGC, Accredited by NBA (IT)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chemeClr val="dk1"/>
              </a:buClr>
              <a:buSzPts val="1200"/>
            </a:pP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365, </a:t>
            </a:r>
            <a:r>
              <a:rPr lang="en-IN" sz="900" dirty="0" err="1">
                <a:latin typeface="Calibri"/>
                <a:ea typeface="Calibri"/>
                <a:cs typeface="Calibri"/>
                <a:sym typeface="Calibri"/>
              </a:rPr>
              <a:t>KGiSL</a:t>
            </a: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 Campus, </a:t>
            </a:r>
            <a:r>
              <a:rPr lang="en-IN" sz="900" dirty="0" err="1">
                <a:latin typeface="Calibri"/>
                <a:ea typeface="Calibri"/>
                <a:cs typeface="Calibri"/>
                <a:sym typeface="Calibri"/>
              </a:rPr>
              <a:t>Thudiyalur</a:t>
            </a: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 Road, </a:t>
            </a:r>
            <a:r>
              <a:rPr lang="en-IN" sz="900" dirty="0" err="1">
                <a:latin typeface="Calibri"/>
                <a:ea typeface="Calibri"/>
                <a:cs typeface="Calibri"/>
                <a:sym typeface="Calibri"/>
              </a:rPr>
              <a:t>Saravanampatti</a:t>
            </a:r>
            <a:r>
              <a:rPr lang="en-IN" sz="900" dirty="0">
                <a:latin typeface="Calibri"/>
                <a:ea typeface="Calibri"/>
                <a:cs typeface="Calibri"/>
                <a:sym typeface="Calibri"/>
              </a:rPr>
              <a:t>, Coimbatore – 641035.</a:t>
            </a:r>
            <a:endParaRPr sz="210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"/>
          <p:cNvCxnSpPr/>
          <p:nvPr/>
        </p:nvCxnSpPr>
        <p:spPr>
          <a:xfrm>
            <a:off x="1716882" y="1784747"/>
            <a:ext cx="8603456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"/>
          <p:cNvSpPr txBox="1">
            <a:spLocks noGrp="1"/>
          </p:cNvSpPr>
          <p:nvPr>
            <p:ph type="subTitle" idx="1"/>
          </p:nvPr>
        </p:nvSpPr>
        <p:spPr>
          <a:xfrm>
            <a:off x="2275113" y="1796655"/>
            <a:ext cx="9427029" cy="46476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 marL="257175" indent="-257175" algn="ctr">
              <a:lnSpc>
                <a:spcPct val="150000"/>
              </a:lnSpc>
              <a:defRPr/>
            </a:pP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Artificial Intelligence and </a:t>
            </a:r>
          </a:p>
          <a:p>
            <a:pPr marL="257175" indent="-257175" algn="ctr">
              <a:lnSpc>
                <a:spcPct val="150000"/>
              </a:lnSpc>
              <a:defRPr/>
            </a:pPr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Machine Learning</a:t>
            </a:r>
          </a:p>
          <a:p>
            <a:pPr marL="257175" indent="-257175" algn="l">
              <a:lnSpc>
                <a:spcPct val="150000"/>
              </a:lnSpc>
              <a:defRPr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 of the Faculty       : ASWINI.C</a:t>
            </a:r>
          </a:p>
          <a:p>
            <a:pPr marL="257175" indent="-257175" algn="l">
              <a:lnSpc>
                <a:spcPct val="150000"/>
              </a:lnSpc>
              <a:defRPr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Subject Code &amp; Name    : 24UAMP10 - MLOPS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257175" indent="-257175" algn="l">
              <a:lnSpc>
                <a:spcPct val="150000"/>
              </a:lnSpc>
              <a:defRPr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Branch &amp; Department    : B.E CSE(AI&amp;ML)</a:t>
            </a:r>
          </a:p>
          <a:p>
            <a:pPr marL="257175" indent="-257175" algn="l">
              <a:lnSpc>
                <a:spcPct val="150000"/>
              </a:lnSpc>
              <a:defRPr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Year &amp; Semester            : III/V</a:t>
            </a:r>
          </a:p>
          <a:p>
            <a:pPr marL="257175" indent="-257175" algn="l">
              <a:lnSpc>
                <a:spcPct val="150000"/>
              </a:lnSpc>
              <a:defRPr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Academic Year               : 2026-2027</a:t>
            </a:r>
          </a:p>
          <a:p>
            <a:pPr marL="257175" indent="-257175" algn="l">
              <a:buFont typeface="Arial" pitchFamily="34" charset="0"/>
              <a:buChar char="•"/>
              <a:defRPr/>
            </a:pPr>
            <a:endParaRPr lang="en-IN" sz="2400" kern="12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611" y="995364"/>
            <a:ext cx="821531" cy="650081"/>
          </a:xfrm>
          <a:prstGeom prst="rect">
            <a:avLst/>
          </a:prstGeom>
        </p:spPr>
      </p:pic>
      <p:pic>
        <p:nvPicPr>
          <p:cNvPr id="9" name="Picture 8" descr="C:\Users\902556\Downloads\Grade-A-NAACc-Badge (1)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035" y="979470"/>
            <a:ext cx="770283" cy="6818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B2A070-3EDB-B991-B1E9-38CD2A3C5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4F120-D7A6-42B7-87C3-B35ECABF4B42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93D9-0584-FBCB-358D-179FB6CA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VERSION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D0FA2-CF64-AF19-2599-1DBBBE7F5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Version Control</a:t>
            </a:r>
            <a:r>
              <a:rPr lang="en-IN" dirty="0"/>
              <a:t> is the process of tracking and managing changes made to files over time.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Allows developers and data scientists to record every modification, compare versions, restore previous versions, and collaborate efficiently.</a:t>
            </a:r>
          </a:p>
        </p:txBody>
      </p:sp>
    </p:spTree>
    <p:extLst>
      <p:ext uri="{BB962C8B-B14F-4D97-AF65-F5344CB8AC3E}">
        <p14:creationId xmlns:p14="http://schemas.microsoft.com/office/powerpoint/2010/main" val="164764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C892F-C70D-8C82-2358-CC983BF15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743"/>
            <a:ext cx="10515600" cy="6019800"/>
          </a:xfrm>
        </p:spPr>
        <p:txBody>
          <a:bodyPr>
            <a:normAutofit/>
          </a:bodyPr>
          <a:lstStyle/>
          <a:p>
            <a:r>
              <a:rPr lang="en-IN" dirty="0"/>
              <a:t>In traditional software development, version control mainly tracks </a:t>
            </a:r>
            <a:r>
              <a:rPr lang="en-IN" b="1" dirty="0"/>
              <a:t>source code</a:t>
            </a:r>
            <a:r>
              <a:rPr lang="en-IN" dirty="0"/>
              <a:t>. </a:t>
            </a:r>
          </a:p>
          <a:p>
            <a:r>
              <a:rPr lang="en-IN" dirty="0"/>
              <a:t>In </a:t>
            </a:r>
            <a:r>
              <a:rPr lang="en-IN" b="1" dirty="0" err="1"/>
              <a:t>MLOps</a:t>
            </a:r>
            <a:r>
              <a:rPr lang="en-IN" dirty="0"/>
              <a:t>, version control extends beyond code to include:</a:t>
            </a:r>
          </a:p>
          <a:p>
            <a:pPr marL="0" indent="0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Source Code </a:t>
            </a:r>
          </a:p>
          <a:p>
            <a:pPr marL="0" indent="0" algn="just">
              <a:buNone/>
            </a:pPr>
            <a:r>
              <a:rPr lang="en-IN" dirty="0"/>
              <a:t>Datasets </a:t>
            </a:r>
          </a:p>
          <a:p>
            <a:pPr marL="0" indent="0" algn="just">
              <a:buNone/>
            </a:pPr>
            <a:r>
              <a:rPr lang="en-IN" dirty="0"/>
              <a:t>Machine Learning Models </a:t>
            </a:r>
          </a:p>
          <a:p>
            <a:pPr marL="0" indent="0" algn="just">
              <a:buNone/>
            </a:pPr>
            <a:r>
              <a:rPr lang="en-IN" dirty="0"/>
              <a:t>Experiments </a:t>
            </a:r>
          </a:p>
          <a:p>
            <a:pPr marL="0" indent="0" algn="just">
              <a:buNone/>
            </a:pPr>
            <a:r>
              <a:rPr lang="en-IN" dirty="0"/>
              <a:t>Configuration Files </a:t>
            </a:r>
          </a:p>
          <a:p>
            <a:pPr marL="0" indent="0" algn="just">
              <a:buNone/>
            </a:pPr>
            <a:r>
              <a:rPr lang="en-IN" dirty="0"/>
              <a:t>Pipelines </a:t>
            </a:r>
          </a:p>
          <a:p>
            <a:pPr marL="0" indent="0" algn="just">
              <a:buNone/>
            </a:pPr>
            <a:r>
              <a:rPr lang="en-IN" dirty="0"/>
              <a:t>Documentation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33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9ACA-02E7-C5B0-E8C2-63A9ACEC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332"/>
          </a:xfrm>
        </p:spPr>
        <p:txBody>
          <a:bodyPr/>
          <a:lstStyle/>
          <a:p>
            <a:r>
              <a:rPr lang="en-IN" dirty="0"/>
              <a:t>Why Version Control is Important in </a:t>
            </a:r>
            <a:r>
              <a:rPr lang="en-IN" dirty="0" err="1"/>
              <a:t>MLOps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C5ABF-9C23-6CB2-5EEA-448656A10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4514"/>
            <a:ext cx="10515600" cy="52083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Version 1:</a:t>
            </a:r>
          </a:p>
          <a:p>
            <a:pPr marL="0" indent="0">
              <a:buNone/>
            </a:pPr>
            <a:r>
              <a:rPr lang="en-IN" dirty="0"/>
              <a:t>Dataset: 5,000 images </a:t>
            </a:r>
          </a:p>
          <a:p>
            <a:pPr marL="0" indent="0">
              <a:buNone/>
            </a:pPr>
            <a:r>
              <a:rPr lang="en-IN" dirty="0"/>
              <a:t>Accuracy: 88%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Version 2:</a:t>
            </a:r>
          </a:p>
          <a:p>
            <a:pPr marL="0" indent="0">
              <a:buNone/>
            </a:pPr>
            <a:r>
              <a:rPr lang="en-IN" dirty="0"/>
              <a:t>Dataset: 10,000 images </a:t>
            </a:r>
          </a:p>
          <a:p>
            <a:pPr marL="0" indent="0">
              <a:buNone/>
            </a:pPr>
            <a:r>
              <a:rPr lang="en-IN" dirty="0"/>
              <a:t>Accuracy: 92%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Version 3:</a:t>
            </a:r>
          </a:p>
          <a:p>
            <a:pPr marL="0" indent="0">
              <a:buNone/>
            </a:pPr>
            <a:r>
              <a:rPr lang="en-IN" dirty="0"/>
              <a:t>Changed CNN architecture </a:t>
            </a:r>
          </a:p>
          <a:p>
            <a:pPr marL="0" indent="0">
              <a:buNone/>
            </a:pPr>
            <a:r>
              <a:rPr lang="en-IN" dirty="0"/>
              <a:t>Accuracy: 95%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937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E0EA2-5A00-7B56-96CF-169D476E9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6686"/>
            <a:ext cx="10515600" cy="548027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Without version control, it becomes difficult to know: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Which dataset produced the best model? </a:t>
            </a:r>
          </a:p>
          <a:p>
            <a:r>
              <a:rPr lang="en-IN" dirty="0"/>
              <a:t>Which code generated the model? </a:t>
            </a:r>
          </a:p>
          <a:p>
            <a:r>
              <a:rPr lang="en-IN" dirty="0"/>
              <a:t>What hyperparameters were used? </a:t>
            </a:r>
          </a:p>
          <a:p>
            <a:r>
              <a:rPr lang="en-IN" dirty="0"/>
              <a:t>How to reproduce the same results? 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Version control solves these problems.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603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A371-81AC-4634-F8D2-57C9F3C7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Traditional Version Control is Not Enough?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50F2F-D037-E1A3-8DC0-0E286A8DD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60483"/>
          </a:xfrm>
        </p:spPr>
        <p:txBody>
          <a:bodyPr/>
          <a:lstStyle/>
          <a:p>
            <a:r>
              <a:rPr lang="en-IN" dirty="0"/>
              <a:t>Software projects mostly track code.</a:t>
            </a:r>
          </a:p>
          <a:p>
            <a:r>
              <a:rPr lang="en-IN" dirty="0"/>
              <a:t>Machine Learning projects involve:</a:t>
            </a:r>
          </a:p>
          <a:p>
            <a:r>
              <a:rPr lang="en-IN" dirty="0"/>
              <a:t>Large datasets (GBs or TBs) </a:t>
            </a:r>
          </a:p>
          <a:p>
            <a:r>
              <a:rPr lang="en-IN" dirty="0"/>
              <a:t>Trained models </a:t>
            </a:r>
          </a:p>
          <a:p>
            <a:r>
              <a:rPr lang="en-IN" dirty="0"/>
              <a:t>Feature engineering scripts </a:t>
            </a:r>
          </a:p>
          <a:p>
            <a:r>
              <a:rPr lang="en-IN" dirty="0"/>
              <a:t>Hyperparameters </a:t>
            </a:r>
          </a:p>
          <a:p>
            <a:r>
              <a:rPr lang="en-IN" dirty="0"/>
              <a:t>Experimental results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Git alone cannot efficiently handle large datasets and binary model files.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181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0061-5E84-E5FC-FEA1-597AFEA19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that Need Versioning in </a:t>
            </a:r>
            <a:r>
              <a:rPr lang="en-IN" dirty="0" err="1"/>
              <a:t>MLOps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653339-3232-9CBD-6AD4-F9E569B62D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161495"/>
              </p:ext>
            </p:extLst>
          </p:nvPr>
        </p:nvGraphicFramePr>
        <p:xfrm>
          <a:off x="838200" y="1513115"/>
          <a:ext cx="10591800" cy="5061861"/>
        </p:xfrm>
        <a:graphic>
          <a:graphicData uri="http://schemas.openxmlformats.org/drawingml/2006/table">
            <a:tbl>
              <a:tblPr/>
              <a:tblGrid>
                <a:gridCol w="5295900">
                  <a:extLst>
                    <a:ext uri="{9D8B030D-6E8A-4147-A177-3AD203B41FA5}">
                      <a16:colId xmlns:a16="http://schemas.microsoft.com/office/drawing/2014/main" val="711057581"/>
                    </a:ext>
                  </a:extLst>
                </a:gridCol>
                <a:gridCol w="5295900">
                  <a:extLst>
                    <a:ext uri="{9D8B030D-6E8A-4147-A177-3AD203B41FA5}">
                      <a16:colId xmlns:a16="http://schemas.microsoft.com/office/drawing/2014/main" val="3174753772"/>
                    </a:ext>
                  </a:extLst>
                </a:gridCol>
              </a:tblGrid>
              <a:tr h="562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Why Version?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884624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Source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Track code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098922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Know which data trained the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10164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trained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96987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Hyperparameters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Reproduce experiments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084206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Configurations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Ensure consistent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46191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Track workflow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917364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 feature consistency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694398"/>
                  </a:ext>
                </a:extLst>
              </a:tr>
              <a:tr h="562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Record project evolution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713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44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5A95-4E7B-8F60-1A36-7B87F6B7B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543" y="-190047"/>
            <a:ext cx="10515600" cy="1017361"/>
          </a:xfrm>
        </p:spPr>
        <p:txBody>
          <a:bodyPr/>
          <a:lstStyle/>
          <a:p>
            <a:r>
              <a:rPr lang="en-IN" dirty="0"/>
              <a:t>Version Control Workflow in </a:t>
            </a:r>
            <a:r>
              <a:rPr lang="en-IN" dirty="0" err="1"/>
              <a:t>MLOps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110E6B-C311-59F6-AD64-79C21222B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829" y="718457"/>
            <a:ext cx="2427514" cy="597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12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A852-1B78-4064-2EC0-9A0080C4F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Types of Version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21BCD-EF65-D33B-1A0F-54FB30457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719943"/>
            <a:ext cx="10515600" cy="5033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Code Versioning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Versioning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Model Versioning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Experiment Versioning</a:t>
            </a:r>
          </a:p>
        </p:txBody>
      </p:sp>
    </p:spTree>
    <p:extLst>
      <p:ext uri="{BB962C8B-B14F-4D97-AF65-F5344CB8AC3E}">
        <p14:creationId xmlns:p14="http://schemas.microsoft.com/office/powerpoint/2010/main" val="81993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846FB-AC2A-A910-5876-5ED171A17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/>
          <a:lstStyle/>
          <a:p>
            <a:pPr algn="ctr"/>
            <a:r>
              <a:rPr lang="en-US" dirty="0"/>
              <a:t>Advantages of Version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978FA-00E9-E05F-E193-4E1B3513A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829"/>
            <a:ext cx="10515600" cy="4827134"/>
          </a:xfrm>
        </p:spPr>
        <p:txBody>
          <a:bodyPr/>
          <a:lstStyle/>
          <a:p>
            <a:r>
              <a:rPr lang="en-IN" dirty="0"/>
              <a:t>Tracks every change. </a:t>
            </a:r>
          </a:p>
          <a:p>
            <a:r>
              <a:rPr lang="en-IN" dirty="0"/>
              <a:t>Supports team collaboration. </a:t>
            </a:r>
          </a:p>
          <a:p>
            <a:r>
              <a:rPr lang="en-IN" dirty="0"/>
              <a:t>Enables rollback to previous versions. </a:t>
            </a:r>
          </a:p>
          <a:p>
            <a:r>
              <a:rPr lang="en-IN" dirty="0"/>
              <a:t>Improves reproducibility. </a:t>
            </a:r>
          </a:p>
          <a:p>
            <a:r>
              <a:rPr lang="en-IN" dirty="0"/>
              <a:t>Prevents accidental data loss. </a:t>
            </a:r>
          </a:p>
          <a:p>
            <a:r>
              <a:rPr lang="en-IN" dirty="0"/>
              <a:t>Simplifies debugging. </a:t>
            </a:r>
          </a:p>
          <a:p>
            <a:r>
              <a:rPr lang="en-IN" dirty="0"/>
              <a:t>Maintains project history. </a:t>
            </a:r>
          </a:p>
          <a:p>
            <a:r>
              <a:rPr lang="en-IN" dirty="0"/>
              <a:t>Enhances auditability and compliance.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893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9B33-7C9F-FA9F-54CF-3EABF54C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8746A-FCF2-1C1C-D5A4-DE51CEF08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3229"/>
            <a:ext cx="10515600" cy="5083628"/>
          </a:xfrm>
        </p:spPr>
        <p:txBody>
          <a:bodyPr/>
          <a:lstStyle/>
          <a:p>
            <a:r>
              <a:rPr lang="en-IN" dirty="0"/>
              <a:t>Large datasets cannot be efficiently stored in Git. </a:t>
            </a:r>
          </a:p>
          <a:p>
            <a:r>
              <a:rPr lang="en-IN" dirty="0"/>
              <a:t>Model files can be very large. </a:t>
            </a:r>
          </a:p>
          <a:p>
            <a:r>
              <a:rPr lang="en-IN" dirty="0"/>
              <a:t>Storage requirements increase over time. </a:t>
            </a:r>
          </a:p>
          <a:p>
            <a:r>
              <a:rPr lang="en-IN" dirty="0"/>
              <a:t>Multiple versions require careful management. </a:t>
            </a:r>
          </a:p>
          <a:p>
            <a:r>
              <a:rPr lang="en-IN" dirty="0"/>
              <a:t>Teams need disciplined commit and branching practices.</a:t>
            </a:r>
          </a:p>
        </p:txBody>
      </p:sp>
    </p:spTree>
    <p:extLst>
      <p:ext uri="{BB962C8B-B14F-4D97-AF65-F5344CB8AC3E}">
        <p14:creationId xmlns:p14="http://schemas.microsoft.com/office/powerpoint/2010/main" val="2942566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B6CFB-1D32-9F1B-128A-3D5C24164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086"/>
            <a:ext cx="10515600" cy="892629"/>
          </a:xfrm>
        </p:spPr>
        <p:txBody>
          <a:bodyPr/>
          <a:lstStyle/>
          <a:p>
            <a:pPr algn="ctr"/>
            <a:r>
              <a:rPr lang="en-US" dirty="0"/>
              <a:t>Code versioning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F9911-3832-101C-C279-35AC27CC9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915"/>
            <a:ext cx="10515600" cy="58020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Student A → train.py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Student B → preprocess.py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Student C → app.py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Real-world Analogy</a:t>
            </a:r>
          </a:p>
          <a:p>
            <a:pPr marL="0" indent="0">
              <a:buNone/>
            </a:pPr>
            <a:r>
              <a:rPr lang="en-IN" dirty="0"/>
              <a:t>Think of Google Docs.</a:t>
            </a:r>
          </a:p>
          <a:p>
            <a:pPr marL="0" indent="0">
              <a:buNone/>
            </a:pPr>
            <a:r>
              <a:rPr lang="en-IN" dirty="0"/>
              <a:t>Every edit is recorded.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See who made changes. </a:t>
            </a:r>
          </a:p>
          <a:p>
            <a:pPr marL="0" indent="0">
              <a:buNone/>
            </a:pPr>
            <a:r>
              <a:rPr lang="en-IN" dirty="0"/>
              <a:t>Restore an earlier version. </a:t>
            </a:r>
          </a:p>
          <a:p>
            <a:pPr marL="0" indent="0">
              <a:buNone/>
            </a:pPr>
            <a:r>
              <a:rPr lang="en-IN" dirty="0"/>
              <a:t>Compare versions.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63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5CBD-68BC-9A20-0871-DD012E6F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AB9AB-D994-22AB-F46C-F900F9D0C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Git is a distributed version control system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Tracks changes in source code and allows multiple developers to work together efficiently.</a:t>
            </a:r>
          </a:p>
        </p:txBody>
      </p:sp>
    </p:spTree>
    <p:extLst>
      <p:ext uri="{BB962C8B-B14F-4D97-AF65-F5344CB8AC3E}">
        <p14:creationId xmlns:p14="http://schemas.microsoft.com/office/powerpoint/2010/main" val="2041118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426C2-B160-A60E-0729-2B0FFA066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658" y="881743"/>
            <a:ext cx="10515600" cy="6302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Git tracks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.</a:t>
            </a:r>
            <a:r>
              <a:rPr lang="en-IN" dirty="0" err="1"/>
              <a:t>py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.</a:t>
            </a:r>
            <a:r>
              <a:rPr lang="en-IN" dirty="0" err="1"/>
              <a:t>ipynb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.txt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.md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.</a:t>
            </a:r>
            <a:r>
              <a:rPr lang="en-IN" dirty="0" err="1"/>
              <a:t>json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.</a:t>
            </a:r>
            <a:r>
              <a:rPr lang="en-IN" dirty="0" err="1"/>
              <a:t>yaml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/>
              <a:t>Dockerfile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2379092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8D55-FB11-830B-5AAE-DFD8986F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99AA1-51B4-6516-1ADC-81A5A9A4F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Git does </a:t>
            </a:r>
            <a:r>
              <a:rPr lang="en-IN" b="1" dirty="0"/>
              <a:t>not</a:t>
            </a:r>
            <a:r>
              <a:rPr lang="en-IN" dirty="0"/>
              <a:t> efficiently track: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Large datasets </a:t>
            </a:r>
          </a:p>
          <a:p>
            <a:r>
              <a:rPr lang="en-IN" dirty="0"/>
              <a:t>Trained models </a:t>
            </a:r>
          </a:p>
          <a:p>
            <a:r>
              <a:rPr lang="en-IN" dirty="0"/>
              <a:t>Videos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These are handled by tools like DVC.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014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4421-0E49-394A-C45E-FEFA3E87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Centralized vs Distributed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BFD10-1532-0942-6D01-0B49C64C1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Centralized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Developer</a:t>
            </a:r>
          </a:p>
          <a:p>
            <a:pPr marL="0" indent="0">
              <a:buNone/>
            </a:pPr>
            <a:r>
              <a:rPr lang="en-US" dirty="0"/>
              <a:t>      \</a:t>
            </a:r>
          </a:p>
          <a:p>
            <a:pPr marL="0" indent="0">
              <a:buNone/>
            </a:pPr>
            <a:r>
              <a:rPr lang="en-US" dirty="0"/>
              <a:t>Developer ---- Server</a:t>
            </a:r>
          </a:p>
          <a:p>
            <a:pPr marL="0" indent="0">
              <a:buNone/>
            </a:pPr>
            <a:r>
              <a:rPr lang="en-US" dirty="0"/>
              <a:t>      /</a:t>
            </a:r>
          </a:p>
          <a:p>
            <a:pPr marL="0" indent="0">
              <a:buNone/>
            </a:pPr>
            <a:r>
              <a:rPr lang="en-US" dirty="0"/>
              <a:t>Developer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the server fails, everyone is affected.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8735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0B4A4-088A-9D30-D4D0-DFB26EAA4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598714"/>
            <a:ext cx="10570029" cy="557824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Distributed (Git)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Developer A ← Complete Copy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Developer B ← Complete Copy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Developer C ← Complete Copy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GitHub ← Another Copy</a:t>
            </a:r>
          </a:p>
        </p:txBody>
      </p:sp>
    </p:spTree>
    <p:extLst>
      <p:ext uri="{BB962C8B-B14F-4D97-AF65-F5344CB8AC3E}">
        <p14:creationId xmlns:p14="http://schemas.microsoft.com/office/powerpoint/2010/main" val="1866718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8F71-94BF-4D5B-0376-C200F97CB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Git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C8AE3-1CC2-A479-6F42-CB3FF4CAF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828"/>
            <a:ext cx="10885714" cy="5606143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dirty="0"/>
              <a:t>Working Directory</a:t>
            </a:r>
          </a:p>
          <a:p>
            <a:pPr marL="0" indent="0" algn="ctr">
              <a:buNone/>
            </a:pPr>
            <a:r>
              <a:rPr lang="en-IN" dirty="0"/>
              <a:t>        │</a:t>
            </a:r>
          </a:p>
          <a:p>
            <a:pPr marL="0" indent="0" algn="ctr">
              <a:buNone/>
            </a:pPr>
            <a:r>
              <a:rPr lang="en-IN" dirty="0"/>
              <a:t>git add</a:t>
            </a:r>
          </a:p>
          <a:p>
            <a:pPr marL="0" indent="0" algn="ctr">
              <a:buNone/>
            </a:pPr>
            <a:r>
              <a:rPr lang="en-IN" dirty="0"/>
              <a:t>        │</a:t>
            </a:r>
          </a:p>
          <a:p>
            <a:pPr marL="0" indent="0" algn="ctr">
              <a:buNone/>
            </a:pPr>
            <a:r>
              <a:rPr lang="en-IN" dirty="0"/>
              <a:t>        ▼</a:t>
            </a:r>
          </a:p>
          <a:p>
            <a:pPr marL="0" indent="0" algn="ctr">
              <a:buNone/>
            </a:pPr>
            <a:r>
              <a:rPr lang="en-IN" dirty="0"/>
              <a:t>Staging Area</a:t>
            </a:r>
          </a:p>
          <a:p>
            <a:pPr marL="0" indent="0" algn="ctr">
              <a:buNone/>
            </a:pPr>
            <a:r>
              <a:rPr lang="en-IN" dirty="0"/>
              <a:t>        │</a:t>
            </a:r>
          </a:p>
          <a:p>
            <a:pPr marL="0" indent="0" algn="ctr">
              <a:buNone/>
            </a:pPr>
            <a:r>
              <a:rPr lang="en-IN" dirty="0"/>
              <a:t>git commit</a:t>
            </a:r>
          </a:p>
          <a:p>
            <a:pPr marL="0" indent="0" algn="ctr">
              <a:buNone/>
            </a:pPr>
            <a:r>
              <a:rPr lang="en-IN" dirty="0"/>
              <a:t>        │</a:t>
            </a:r>
          </a:p>
          <a:p>
            <a:pPr marL="0" indent="0" algn="ctr">
              <a:buNone/>
            </a:pPr>
            <a:r>
              <a:rPr lang="en-IN" dirty="0"/>
              <a:t>        ▼</a:t>
            </a:r>
          </a:p>
          <a:p>
            <a:pPr marL="0" indent="0" algn="ctr">
              <a:buNone/>
            </a:pPr>
            <a:r>
              <a:rPr lang="en-IN" dirty="0"/>
              <a:t>Local Repository</a:t>
            </a:r>
          </a:p>
          <a:p>
            <a:pPr marL="0" indent="0" algn="ctr">
              <a:buNone/>
            </a:pPr>
            <a:r>
              <a:rPr lang="en-IN" dirty="0"/>
              <a:t>        │</a:t>
            </a:r>
          </a:p>
          <a:p>
            <a:pPr marL="0" indent="0" algn="ctr">
              <a:buNone/>
            </a:pPr>
            <a:r>
              <a:rPr lang="en-IN" dirty="0"/>
              <a:t>git push</a:t>
            </a:r>
          </a:p>
          <a:p>
            <a:pPr marL="0" indent="0" algn="ctr">
              <a:buNone/>
            </a:pPr>
            <a:r>
              <a:rPr lang="en-IN" dirty="0"/>
              <a:t>        │</a:t>
            </a:r>
          </a:p>
          <a:p>
            <a:pPr marL="0" indent="0" algn="ctr">
              <a:buNone/>
            </a:pPr>
            <a:r>
              <a:rPr lang="en-IN" dirty="0"/>
              <a:t>        ▼</a:t>
            </a:r>
          </a:p>
          <a:p>
            <a:pPr marL="0" indent="0" algn="ctr">
              <a:buNone/>
            </a:pPr>
            <a:r>
              <a:rPr lang="en-IN" dirty="0"/>
              <a:t>Remote Repository (GitHub)</a:t>
            </a:r>
          </a:p>
        </p:txBody>
      </p:sp>
    </p:spTree>
    <p:extLst>
      <p:ext uri="{BB962C8B-B14F-4D97-AF65-F5344CB8AC3E}">
        <p14:creationId xmlns:p14="http://schemas.microsoft.com/office/powerpoint/2010/main" val="3643950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7505-85D9-EBE8-3F93-D7DDA460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81D37-E0C4-AE68-544B-B8A6EB8FD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Working Directory: where you edit files.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Staging Area: select changes to include.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Local Repository: save a snapshot with a commit</a:t>
            </a:r>
            <a:r>
              <a:rPr lang="en-IN"/>
              <a:t>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Remote Repository: share with others.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704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D4D8-7A2A-7927-1852-3304854A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Installation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FD51-870D-ADC2-BB86-AD0E592E1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hlinkClick r:id="rId2"/>
              </a:rPr>
              <a:t>https://git-scm.com/downloads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Choose the version for their operating system (Windows/macOS/Linux).</a:t>
            </a:r>
          </a:p>
        </p:txBody>
      </p:sp>
    </p:spTree>
    <p:extLst>
      <p:ext uri="{BB962C8B-B14F-4D97-AF65-F5344CB8AC3E}">
        <p14:creationId xmlns:p14="http://schemas.microsoft.com/office/powerpoint/2010/main" val="3138275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9F894-2E57-3DC3-DFEB-E9D44B3F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-195943"/>
            <a:ext cx="10515600" cy="1325563"/>
          </a:xfrm>
        </p:spPr>
        <p:txBody>
          <a:bodyPr/>
          <a:lstStyle/>
          <a:p>
            <a:r>
              <a:rPr lang="en-US" dirty="0"/>
              <a:t>GIT Commands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EFD719-17EC-3C31-3212-666AAC0864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680676"/>
              </p:ext>
            </p:extLst>
          </p:nvPr>
        </p:nvGraphicFramePr>
        <p:xfrm>
          <a:off x="838200" y="925287"/>
          <a:ext cx="11114314" cy="5672484"/>
        </p:xfrm>
        <a:graphic>
          <a:graphicData uri="http://schemas.openxmlformats.org/drawingml/2006/table">
            <a:tbl>
              <a:tblPr/>
              <a:tblGrid>
                <a:gridCol w="5557157">
                  <a:extLst>
                    <a:ext uri="{9D8B030D-6E8A-4147-A177-3AD203B41FA5}">
                      <a16:colId xmlns:a16="http://schemas.microsoft.com/office/drawing/2014/main" val="1035806628"/>
                    </a:ext>
                  </a:extLst>
                </a:gridCol>
                <a:gridCol w="5557157">
                  <a:extLst>
                    <a:ext uri="{9D8B030D-6E8A-4147-A177-3AD203B41FA5}">
                      <a16:colId xmlns:a16="http://schemas.microsoft.com/office/drawing/2014/main" val="2141003209"/>
                    </a:ext>
                  </a:extLst>
                </a:gridCol>
              </a:tblGrid>
              <a:tr h="495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Command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Purpose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922869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</a:t>
                      </a:r>
                      <a:r>
                        <a:rPr lang="en-IN" sz="1800" dirty="0" err="1"/>
                        <a:t>init</a:t>
                      </a:r>
                      <a:endParaRPr lang="en-IN" sz="180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Initialize repository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713785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clone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Copy repository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977902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status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View changes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661684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add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Stage files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023112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commit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Save changes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660663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log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View commit history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277958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branch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Create branch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484448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checkout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Switch branch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016437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merge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Merge branches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3345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pull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Fetch latest updates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60"/>
                  </a:ext>
                </a:extLst>
              </a:tr>
              <a:tr h="470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git push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Upload changes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113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668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3A62-5448-7FFB-B1B8-BD4F16C5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504"/>
          </a:xfrm>
        </p:spPr>
        <p:txBody>
          <a:bodyPr/>
          <a:lstStyle/>
          <a:p>
            <a:r>
              <a:rPr lang="en-US" dirty="0"/>
              <a:t>Data Versioning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544AA-A955-928F-A0CB-E2AA5B22C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2"/>
            <a:ext cx="10515600" cy="500153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Git is used for code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DVC (Data Version Control)</a:t>
            </a:r>
            <a:r>
              <a:rPr lang="en-IN" dirty="0"/>
              <a:t> are used to version datasets and models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Git is not designed to store large binary files efficiently.</a:t>
            </a:r>
          </a:p>
        </p:txBody>
      </p:sp>
    </p:spTree>
    <p:extLst>
      <p:ext uri="{BB962C8B-B14F-4D97-AF65-F5344CB8AC3E}">
        <p14:creationId xmlns:p14="http://schemas.microsoft.com/office/powerpoint/2010/main" val="3232992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FDABA-868C-4C28-537C-7A9BF7672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6F1A7-CFBF-1FE5-956D-AB37E6C78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 Versioning</a:t>
            </a:r>
            <a:r>
              <a:rPr lang="en-IN" dirty="0"/>
              <a:t> is the process of tracking, managing, and storing different versions of datasets so every ML experiment can be reproduced.</a:t>
            </a:r>
          </a:p>
          <a:p>
            <a:endParaRPr lang="en-IN" dirty="0"/>
          </a:p>
          <a:p>
            <a:r>
              <a:rPr lang="en-IN" dirty="0"/>
              <a:t>Restore old datasets. </a:t>
            </a:r>
          </a:p>
          <a:p>
            <a:r>
              <a:rPr lang="en-IN" dirty="0"/>
              <a:t>Compare dataset versions. </a:t>
            </a:r>
          </a:p>
          <a:p>
            <a:r>
              <a:rPr lang="en-IN" dirty="0"/>
              <a:t>Know exactly which dataset trained each model. </a:t>
            </a:r>
          </a:p>
          <a:p>
            <a:r>
              <a:rPr lang="en-IN" dirty="0"/>
              <a:t>Collaborate without overwriting data.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969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12DF-FD64-B614-88C4-4AAA8C6D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315D6-A0EC-BE10-7FA6-0DC397F81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Git does </a:t>
            </a:r>
            <a:r>
              <a:rPr lang="en-IN" b="1" dirty="0"/>
              <a:t>not</a:t>
            </a:r>
            <a:r>
              <a:rPr lang="en-IN" dirty="0"/>
              <a:t> work efficiently for: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5 GB datasets </a:t>
            </a:r>
          </a:p>
          <a:p>
            <a:r>
              <a:rPr lang="en-IN" dirty="0"/>
              <a:t>Images </a:t>
            </a:r>
          </a:p>
          <a:p>
            <a:r>
              <a:rPr lang="en-IN" dirty="0"/>
              <a:t>Videos </a:t>
            </a:r>
          </a:p>
          <a:p>
            <a:r>
              <a:rPr lang="en-IN" dirty="0"/>
              <a:t>Audio </a:t>
            </a:r>
          </a:p>
          <a:p>
            <a:r>
              <a:rPr lang="en-IN" dirty="0"/>
              <a:t>Trained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9305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2D12-838C-820C-392F-1C0741261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237"/>
            <a:ext cx="10515600" cy="726849"/>
          </a:xfrm>
        </p:spPr>
        <p:txBody>
          <a:bodyPr/>
          <a:lstStyle/>
          <a:p>
            <a:pPr algn="ctr"/>
            <a:r>
              <a:rPr lang="en-US" dirty="0"/>
              <a:t>DVC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7339F-6895-9CDD-87D1-5F6964229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286"/>
            <a:ext cx="10515600" cy="58104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DVC (Data Version Control)</a:t>
            </a:r>
            <a:r>
              <a:rPr lang="en-IN" dirty="0"/>
              <a:t> is an open-source tool that extends Git to</a:t>
            </a:r>
          </a:p>
          <a:p>
            <a:pPr marL="0" indent="0">
              <a:buNone/>
            </a:pPr>
            <a:r>
              <a:rPr lang="en-IN" dirty="0"/>
              <a:t>manage datasets and machine learning models.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Git stores:</a:t>
            </a:r>
          </a:p>
          <a:p>
            <a:r>
              <a:rPr lang="en-IN" dirty="0"/>
              <a:t>Code </a:t>
            </a:r>
          </a:p>
          <a:p>
            <a:r>
              <a:rPr lang="en-IN" dirty="0"/>
              <a:t>Configuration </a:t>
            </a:r>
          </a:p>
          <a:p>
            <a:r>
              <a:rPr lang="en-IN" dirty="0"/>
              <a:t>DVC metadata files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DVC stores:</a:t>
            </a:r>
          </a:p>
          <a:p>
            <a:r>
              <a:rPr lang="en-IN" dirty="0"/>
              <a:t>Large datasets </a:t>
            </a:r>
          </a:p>
          <a:p>
            <a:r>
              <a:rPr lang="en-IN" dirty="0"/>
              <a:t>Trained models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combination gives you full reproducibility.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396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06B0-77F2-FC4F-4127-F9320E532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9389"/>
          </a:xfrm>
        </p:spPr>
        <p:txBody>
          <a:bodyPr/>
          <a:lstStyle/>
          <a:p>
            <a:pPr algn="ctr"/>
            <a:r>
              <a:rPr lang="en-US" dirty="0"/>
              <a:t>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5A4FEB-F588-8E7C-6763-BAD3F93C1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371" y="1221383"/>
            <a:ext cx="5497286" cy="545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61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1E5CF8-32A4-E1D0-B12B-4D03DFE3E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9" y="147170"/>
            <a:ext cx="11005457" cy="660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88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FEDFB-58C6-8099-F5D9-74D70D797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 Versioning Workflow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7B5120-AA38-39B5-DDBD-3CBCDD4C1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515" y="988388"/>
            <a:ext cx="4865914" cy="571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16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F4BE0-0A30-72A6-D36B-418B9EF3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961"/>
          </a:xfrm>
        </p:spPr>
        <p:txBody>
          <a:bodyPr/>
          <a:lstStyle/>
          <a:p>
            <a:pPr algn="ctr"/>
            <a:r>
              <a:rPr lang="en-US" dirty="0"/>
              <a:t>DVC Installation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66EA5-8E36-8FEF-ACF3-D1B779DAE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486"/>
            <a:ext cx="10983686" cy="52686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pip install </a:t>
            </a:r>
            <a:r>
              <a:rPr lang="en-US" dirty="0" err="1"/>
              <a:t>dvc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dvc</a:t>
            </a:r>
            <a:r>
              <a:rPr lang="en-US" dirty="0"/>
              <a:t> --version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421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881F2-3DB9-24B6-2160-2315B0C15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504"/>
          </a:xfrm>
        </p:spPr>
        <p:txBody>
          <a:bodyPr/>
          <a:lstStyle/>
          <a:p>
            <a:pPr algn="ctr"/>
            <a:r>
              <a:rPr lang="en-US" dirty="0"/>
              <a:t>Model Versioning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21089D-D445-3D47-A550-B9BADF5E8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49" y="2035176"/>
            <a:ext cx="10929851" cy="2645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39FEC7-0441-CB12-E478-D1891226B82F}"/>
              </a:ext>
            </a:extLst>
          </p:cNvPr>
          <p:cNvSpPr txBox="1"/>
          <p:nvPr/>
        </p:nvSpPr>
        <p:spPr>
          <a:xfrm>
            <a:off x="423948" y="4923749"/>
            <a:ext cx="111149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If V3 fails in production, you may need to deploy V2 again. Without versioning, that rollback is difficult.</a:t>
            </a:r>
          </a:p>
        </p:txBody>
      </p:sp>
    </p:spTree>
    <p:extLst>
      <p:ext uri="{BB962C8B-B14F-4D97-AF65-F5344CB8AC3E}">
        <p14:creationId xmlns:p14="http://schemas.microsoft.com/office/powerpoint/2010/main" val="903973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C6E6-6B62-D677-E018-B2063691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DD42B-991C-E618-5A49-AE3856A5E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Model Versioning</a:t>
            </a:r>
            <a:r>
              <a:rPr lang="en-IN" dirty="0"/>
              <a:t> is the process of storing, tracking, and managing trained models along with the information needed to reproduce them.</a:t>
            </a:r>
          </a:p>
          <a:p>
            <a:endParaRPr lang="en-IN" dirty="0"/>
          </a:p>
          <a:p>
            <a:r>
              <a:rPr lang="en-IN" dirty="0"/>
              <a:t>Model file </a:t>
            </a:r>
          </a:p>
          <a:p>
            <a:r>
              <a:rPr lang="en-IN" dirty="0"/>
              <a:t>Training dataset version </a:t>
            </a:r>
          </a:p>
          <a:p>
            <a:r>
              <a:rPr lang="en-IN" dirty="0"/>
              <a:t>Hyperparameters </a:t>
            </a:r>
          </a:p>
          <a:p>
            <a:r>
              <a:rPr lang="en-IN" dirty="0"/>
              <a:t>Performance metrics </a:t>
            </a:r>
          </a:p>
          <a:p>
            <a:r>
              <a:rPr lang="en-IN" dirty="0"/>
              <a:t>Training code version</a:t>
            </a:r>
          </a:p>
        </p:txBody>
      </p:sp>
    </p:spTree>
    <p:extLst>
      <p:ext uri="{BB962C8B-B14F-4D97-AF65-F5344CB8AC3E}">
        <p14:creationId xmlns:p14="http://schemas.microsoft.com/office/powerpoint/2010/main" val="439732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30A7-9DFD-4261-1667-6CCB7E22D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Should Be Tracked?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67226-59DE-190B-B41D-B576ABACD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6857" cy="484731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For each model version, </a:t>
            </a:r>
            <a:r>
              <a:rPr lang="en-IN"/>
              <a:t>record: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Model file (</a:t>
            </a:r>
            <a:r>
              <a:rPr lang="en-IN" dirty="0" err="1"/>
              <a:t>model.pkl</a:t>
            </a:r>
            <a:r>
              <a:rPr lang="en-IN" dirty="0"/>
              <a:t>, model.h5, etc.) </a:t>
            </a:r>
          </a:p>
          <a:p>
            <a:r>
              <a:rPr lang="en-IN" dirty="0"/>
              <a:t>Dataset version </a:t>
            </a:r>
          </a:p>
          <a:p>
            <a:r>
              <a:rPr lang="en-IN" dirty="0"/>
              <a:t>Feature engineering version </a:t>
            </a:r>
          </a:p>
          <a:p>
            <a:r>
              <a:rPr lang="en-IN" dirty="0"/>
              <a:t>Hyperparameters </a:t>
            </a:r>
          </a:p>
          <a:p>
            <a:r>
              <a:rPr lang="en-IN" dirty="0"/>
              <a:t>Metrics (Accuracy, Precision, Recall, F1, RMSE, etc.) </a:t>
            </a:r>
          </a:p>
          <a:p>
            <a:r>
              <a:rPr lang="en-IN" dirty="0"/>
              <a:t>Training date </a:t>
            </a:r>
          </a:p>
          <a:p>
            <a:r>
              <a:rPr lang="en-IN" dirty="0"/>
              <a:t>Git commit ID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870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55D9-A1D3-3D0A-63E3-4D32D0569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Environment and Dependency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7675D-7B28-6A73-74A3-7404312FA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457"/>
            <a:ext cx="11136086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Machine Learning projects depend on many software components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Python </a:t>
            </a:r>
          </a:p>
          <a:p>
            <a:pPr marL="0" indent="0">
              <a:buNone/>
            </a:pPr>
            <a:r>
              <a:rPr lang="en-IN" dirty="0"/>
              <a:t>NumPy </a:t>
            </a:r>
          </a:p>
          <a:p>
            <a:pPr marL="0" indent="0">
              <a:buNone/>
            </a:pPr>
            <a:r>
              <a:rPr lang="en-IN" dirty="0"/>
              <a:t>Pandas </a:t>
            </a:r>
          </a:p>
          <a:p>
            <a:pPr marL="0" indent="0">
              <a:buNone/>
            </a:pPr>
            <a:r>
              <a:rPr lang="en-IN" dirty="0"/>
              <a:t>Scikit-learn </a:t>
            </a:r>
          </a:p>
          <a:p>
            <a:pPr marL="0" indent="0">
              <a:buNone/>
            </a:pPr>
            <a:r>
              <a:rPr lang="en-IN" dirty="0"/>
              <a:t>TensorFlow </a:t>
            </a:r>
          </a:p>
          <a:p>
            <a:pPr marL="0" indent="0">
              <a:buNone/>
            </a:pPr>
            <a:r>
              <a:rPr lang="en-IN" dirty="0" err="1"/>
              <a:t>PyTorch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Matplotlib </a:t>
            </a:r>
          </a:p>
          <a:p>
            <a:pPr marL="0" indent="0">
              <a:buNone/>
            </a:pPr>
            <a:r>
              <a:rPr lang="en-IN" dirty="0"/>
              <a:t>OpenCV </a:t>
            </a:r>
          </a:p>
          <a:p>
            <a:pPr marL="0" indent="0">
              <a:buNone/>
            </a:pPr>
            <a:r>
              <a:rPr lang="en-IN" dirty="0" err="1"/>
              <a:t>XGBoost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5554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5C5E8-5537-64D5-2E0A-B98E51E7C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81000"/>
            <a:ext cx="11070771" cy="6248400"/>
          </a:xfrm>
        </p:spPr>
        <p:txBody>
          <a:bodyPr>
            <a:normAutofit/>
          </a:bodyPr>
          <a:lstStyle/>
          <a:p>
            <a:r>
              <a:rPr lang="en-IN" dirty="0"/>
              <a:t>Different projects often require different versions of these libraries.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If these versions are not managed properly, applications may stop working or produce inconsistent results.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Image classification model</a:t>
            </a:r>
          </a:p>
          <a:p>
            <a:pPr marL="0" indent="0">
              <a:buNone/>
            </a:pPr>
            <a:r>
              <a:rPr lang="en-IN" dirty="0"/>
              <a:t>Person:1</a:t>
            </a:r>
          </a:p>
          <a:p>
            <a:pPr marL="0" indent="0">
              <a:buNone/>
            </a:pPr>
            <a:r>
              <a:rPr lang="en-US" dirty="0"/>
              <a:t>Python 3.10</a:t>
            </a:r>
          </a:p>
          <a:p>
            <a:pPr marL="0" indent="0">
              <a:buNone/>
            </a:pPr>
            <a:r>
              <a:rPr lang="en-US" dirty="0"/>
              <a:t>TensorFlow 2.15</a:t>
            </a:r>
          </a:p>
          <a:p>
            <a:pPr marL="0" indent="0">
              <a:buNone/>
            </a:pPr>
            <a:r>
              <a:rPr lang="en-US" dirty="0"/>
              <a:t>NumPy 1.26</a:t>
            </a:r>
          </a:p>
          <a:p>
            <a:pPr marL="0" indent="0">
              <a:buNone/>
            </a:pPr>
            <a:r>
              <a:rPr lang="en-US" dirty="0"/>
              <a:t>OpenCV 4.8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006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EC4EB-5F23-BBD3-40ED-094BC716D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7086"/>
            <a:ext cx="10559143" cy="66838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Person 2:</a:t>
            </a:r>
          </a:p>
          <a:p>
            <a:r>
              <a:rPr lang="en-US" dirty="0"/>
              <a:t>Python 3.13</a:t>
            </a:r>
          </a:p>
          <a:p>
            <a:r>
              <a:rPr lang="en-US" dirty="0"/>
              <a:t>TensorFlow not installed</a:t>
            </a:r>
          </a:p>
          <a:p>
            <a:r>
              <a:rPr lang="en-US" dirty="0"/>
              <a:t>NumPy 2.0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When they run the project, they encounter errors such as:</a:t>
            </a:r>
          </a:p>
          <a:p>
            <a:r>
              <a:rPr lang="en-IN" dirty="0"/>
              <a:t>Module not found error</a:t>
            </a:r>
          </a:p>
          <a:p>
            <a:r>
              <a:rPr lang="en-IN" dirty="0"/>
              <a:t>Attribute error</a:t>
            </a:r>
          </a:p>
          <a:p>
            <a:r>
              <a:rPr lang="en-IN" dirty="0"/>
              <a:t>Import error</a:t>
            </a:r>
          </a:p>
          <a:p>
            <a:endParaRPr lang="en-IN" dirty="0"/>
          </a:p>
          <a:p>
            <a:r>
              <a:rPr lang="en-IN" dirty="0"/>
              <a:t>The same code behaves differently because the software environment is different.</a:t>
            </a:r>
          </a:p>
        </p:txBody>
      </p:sp>
    </p:spTree>
    <p:extLst>
      <p:ext uri="{BB962C8B-B14F-4D97-AF65-F5344CB8AC3E}">
        <p14:creationId xmlns:p14="http://schemas.microsoft.com/office/powerpoint/2010/main" val="1317382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475B0-5B39-5CD4-F786-053483F2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dirty="0"/>
              <a:t>Environment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85728-8FA1-7841-13A7-EBC2F1DD2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19200"/>
            <a:ext cx="10722429" cy="49577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An </a:t>
            </a:r>
            <a:r>
              <a:rPr lang="en-IN" b="1" dirty="0"/>
              <a:t>environment</a:t>
            </a:r>
            <a:r>
              <a:rPr lang="en-IN" dirty="0"/>
              <a:t> is the collection of software required to execute a project.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Operating System </a:t>
            </a:r>
          </a:p>
          <a:p>
            <a:pPr marL="0" indent="0">
              <a:buNone/>
            </a:pPr>
            <a:r>
              <a:rPr lang="en-IN" dirty="0"/>
              <a:t>Python version </a:t>
            </a:r>
          </a:p>
          <a:p>
            <a:pPr marL="0" indent="0">
              <a:buNone/>
            </a:pPr>
            <a:r>
              <a:rPr lang="en-IN" dirty="0"/>
              <a:t>Installed libraries </a:t>
            </a:r>
          </a:p>
          <a:p>
            <a:pPr marL="0" indent="0">
              <a:buNone/>
            </a:pPr>
            <a:r>
              <a:rPr lang="en-IN" dirty="0"/>
              <a:t>Package versions </a:t>
            </a:r>
          </a:p>
          <a:p>
            <a:pPr marL="0" indent="0">
              <a:buNone/>
            </a:pPr>
            <a:r>
              <a:rPr lang="en-IN" dirty="0"/>
              <a:t>Environment variables </a:t>
            </a:r>
          </a:p>
          <a:p>
            <a:pPr marL="0" indent="0">
              <a:buNone/>
            </a:pPr>
            <a:r>
              <a:rPr lang="en-IN" dirty="0"/>
              <a:t>Configuration files</a:t>
            </a:r>
          </a:p>
        </p:txBody>
      </p:sp>
    </p:spTree>
    <p:extLst>
      <p:ext uri="{BB962C8B-B14F-4D97-AF65-F5344CB8AC3E}">
        <p14:creationId xmlns:p14="http://schemas.microsoft.com/office/powerpoint/2010/main" val="11024756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FBFE3-2D99-8F06-B28E-66F87C68D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620486"/>
            <a:ext cx="10570029" cy="555647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Environment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Operating System : Windows 11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Python : 3.10.11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NumPy : 1.26.4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Pandas : 2.2.0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Scikit-learn : 1.4.2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TensorFlow : 2.15.0</a:t>
            </a:r>
          </a:p>
        </p:txBody>
      </p:sp>
    </p:spTree>
    <p:extLst>
      <p:ext uri="{BB962C8B-B14F-4D97-AF65-F5344CB8AC3E}">
        <p14:creationId xmlns:p14="http://schemas.microsoft.com/office/powerpoint/2010/main" val="13712476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F45B-42E6-85A2-095D-D89462C1C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189"/>
          </a:xfrm>
        </p:spPr>
        <p:txBody>
          <a:bodyPr/>
          <a:lstStyle/>
          <a:p>
            <a:r>
              <a:rPr lang="en-IN" dirty="0"/>
              <a:t>Dependency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847B1-0FBE-86E9-9875-BB1EDA10F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678886" cy="5203371"/>
          </a:xfrm>
        </p:spPr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dependency</a:t>
            </a:r>
            <a:r>
              <a:rPr lang="en-IN" dirty="0"/>
              <a:t> is any external software package that your project needs.</a:t>
            </a:r>
          </a:p>
          <a:p>
            <a:endParaRPr lang="en-IN" dirty="0"/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import pandas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numpy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sklearn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These packages are dependencies.</a:t>
            </a:r>
          </a:p>
        </p:txBody>
      </p:sp>
    </p:spTree>
    <p:extLst>
      <p:ext uri="{BB962C8B-B14F-4D97-AF65-F5344CB8AC3E}">
        <p14:creationId xmlns:p14="http://schemas.microsoft.com/office/powerpoint/2010/main" val="32567201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E5C2E-7E58-E4E3-9C58-5C2111D75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820400" cy="58721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Dependency management: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Installing required libraries </a:t>
            </a:r>
          </a:p>
          <a:p>
            <a:r>
              <a:rPr lang="en-IN" dirty="0"/>
              <a:t>Tracking library versions </a:t>
            </a:r>
          </a:p>
          <a:p>
            <a:r>
              <a:rPr lang="en-IN" dirty="0"/>
              <a:t>Updating libraries safely </a:t>
            </a:r>
          </a:p>
          <a:p>
            <a:r>
              <a:rPr lang="en-IN" dirty="0"/>
              <a:t>Sharing dependency information </a:t>
            </a:r>
          </a:p>
          <a:p>
            <a:r>
              <a:rPr lang="en-IN" dirty="0"/>
              <a:t>Recreating the same environment on another computer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743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0CF844-CC95-BA31-CE2A-9BAD4B93E0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7555480"/>
              </p:ext>
            </p:extLst>
          </p:nvPr>
        </p:nvGraphicFramePr>
        <p:xfrm>
          <a:off x="876299" y="1077686"/>
          <a:ext cx="10553702" cy="5399315"/>
        </p:xfrm>
        <a:graphic>
          <a:graphicData uri="http://schemas.openxmlformats.org/drawingml/2006/table">
            <a:tbl>
              <a:tblPr/>
              <a:tblGrid>
                <a:gridCol w="5276851">
                  <a:extLst>
                    <a:ext uri="{9D8B030D-6E8A-4147-A177-3AD203B41FA5}">
                      <a16:colId xmlns:a16="http://schemas.microsoft.com/office/drawing/2014/main" val="3045219330"/>
                    </a:ext>
                  </a:extLst>
                </a:gridCol>
                <a:gridCol w="5276851">
                  <a:extLst>
                    <a:ext uri="{9D8B030D-6E8A-4147-A177-3AD203B41FA5}">
                      <a16:colId xmlns:a16="http://schemas.microsoft.com/office/drawing/2014/main" val="399875241"/>
                    </a:ext>
                  </a:extLst>
                </a:gridCol>
              </a:tblGrid>
              <a:tr h="1079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00B0F0"/>
                          </a:solidFill>
                        </a:rPr>
                        <a:t>Environment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00B0F0"/>
                          </a:solidFill>
                        </a:rPr>
                        <a:t>Dependency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495379"/>
                  </a:ext>
                </a:extLst>
              </a:tr>
              <a:tr h="1079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Creates isolated workspaces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Manages project libraries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455240"/>
                  </a:ext>
                </a:extLst>
              </a:tr>
              <a:tr h="1079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Controls Python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Controls package versions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707274"/>
                  </a:ext>
                </a:extLst>
              </a:tr>
              <a:tr h="1079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Prevents conflicts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Ensures correct libraries are installed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466708"/>
                  </a:ext>
                </a:extLst>
              </a:tr>
              <a:tr h="1079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Example: </a:t>
                      </a:r>
                      <a:r>
                        <a:rPr lang="en-IN" sz="2400" dirty="0" err="1">
                          <a:latin typeface="Courier New" panose="02070309020205020404" pitchFamily="49" charset="0"/>
                        </a:rPr>
                        <a:t>venv</a:t>
                      </a:r>
                      <a:r>
                        <a:rPr lang="en-IN" sz="2400" dirty="0"/>
                        <a:t>, Conda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Example: </a:t>
                      </a:r>
                      <a:r>
                        <a:rPr lang="en-IN" sz="2400" dirty="0">
                          <a:latin typeface="Courier New" panose="02070309020205020404" pitchFamily="49" charset="0"/>
                        </a:rPr>
                        <a:t>pip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391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7394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5737E-B7BB-7AD3-DBE1-08AF85E8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8761"/>
          </a:xfrm>
        </p:spPr>
        <p:txBody>
          <a:bodyPr/>
          <a:lstStyle/>
          <a:p>
            <a:r>
              <a:rPr lang="en-US" dirty="0"/>
              <a:t>Virtual Environment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F3D06-3480-A725-4AF2-C2F66D966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086"/>
            <a:ext cx="10515600" cy="56279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A </a:t>
            </a:r>
            <a:r>
              <a:rPr lang="en-IN" b="1" dirty="0"/>
              <a:t>Virtual Environment</a:t>
            </a:r>
            <a:r>
              <a:rPr lang="en-IN" dirty="0"/>
              <a:t> is an isolated Python workspace that contains its own: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Python interpreter </a:t>
            </a:r>
          </a:p>
          <a:p>
            <a:r>
              <a:rPr lang="en-IN" dirty="0"/>
              <a:t>Installed libraries </a:t>
            </a:r>
          </a:p>
          <a:p>
            <a:r>
              <a:rPr lang="en-IN" dirty="0"/>
              <a:t>Package versions </a:t>
            </a:r>
          </a:p>
          <a:p>
            <a:r>
              <a:rPr lang="en-IN" dirty="0"/>
              <a:t>Configuration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Each project has its own independent environment.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Changes made inside one virtual environment do not affect other</a:t>
            </a:r>
          </a:p>
          <a:p>
            <a:pPr marL="0" indent="0">
              <a:buNone/>
            </a:pPr>
            <a:r>
              <a:rPr lang="en-IN" dirty="0"/>
              <a:t>projects or the system-wide Python installation.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1900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7F1B8-F03D-456F-A461-5DEC33E49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029"/>
            <a:ext cx="10287000" cy="589393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Project : 1 </a:t>
            </a:r>
          </a:p>
          <a:p>
            <a:pPr marL="0" indent="0">
              <a:buNone/>
            </a:pPr>
            <a:r>
              <a:rPr lang="en-IN" dirty="0"/>
              <a:t>A facial recognition system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Required software: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Python 3.10</a:t>
            </a:r>
          </a:p>
          <a:p>
            <a:pPr marL="0" indent="0">
              <a:buNone/>
            </a:pPr>
            <a:r>
              <a:rPr lang="en-US" dirty="0"/>
              <a:t>TensorFlow 2.15</a:t>
            </a:r>
          </a:p>
          <a:p>
            <a:pPr marL="0" indent="0">
              <a:buNone/>
            </a:pPr>
            <a:r>
              <a:rPr lang="en-US" dirty="0"/>
              <a:t>NumPy 1.26</a:t>
            </a:r>
          </a:p>
          <a:p>
            <a:pPr marL="0" indent="0">
              <a:buNone/>
            </a:pPr>
            <a:r>
              <a:rPr lang="en-US" dirty="0"/>
              <a:t>OpenCV 4.8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29109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440D-4070-73B2-275B-8B7A21D57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6732"/>
          </a:xfrm>
        </p:spPr>
        <p:txBody>
          <a:bodyPr/>
          <a:lstStyle/>
          <a:p>
            <a:r>
              <a:rPr lang="en-US" dirty="0"/>
              <a:t>Project 2: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4BC9-194A-3C4A-BAAF-F29193DCE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1858"/>
            <a:ext cx="10613571" cy="492510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 new chatbot application.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Required software: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Python 3.13</a:t>
            </a:r>
          </a:p>
          <a:p>
            <a:pPr marL="0" indent="0">
              <a:buNone/>
            </a:pPr>
            <a:r>
              <a:rPr lang="en-US" dirty="0"/>
              <a:t>TensorFlow 2.20</a:t>
            </a:r>
          </a:p>
          <a:p>
            <a:pPr marL="0" indent="0">
              <a:buNone/>
            </a:pPr>
            <a:r>
              <a:rPr lang="en-US" dirty="0"/>
              <a:t>NumPy 2.0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5379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4FFB-B15E-3C60-1980-CBD7B34C0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4029"/>
            <a:ext cx="10504714" cy="55129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Project 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TensorFlow 2.15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↓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Upgrade TensorFlow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↓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TensorFlow 2.20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↓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Project A stops working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8523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C640-3616-BDEA-6FFF-4DC5842F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/>
          <a:lstStyle/>
          <a:p>
            <a:r>
              <a:rPr lang="en-US" dirty="0"/>
              <a:t>Use of Virtual Environment: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6DDA-559F-C21F-4F5E-447EDE4E8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2486"/>
            <a:ext cx="10863943" cy="532311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Avoid Dependency Conflicts</a:t>
            </a:r>
          </a:p>
          <a:p>
            <a:pPr marL="0" indent="0">
              <a:buNone/>
            </a:pPr>
            <a:r>
              <a:rPr lang="en-IN" dirty="0"/>
              <a:t>Project Isolation</a:t>
            </a:r>
          </a:p>
          <a:p>
            <a:pPr marL="0" indent="0">
              <a:buNone/>
            </a:pPr>
            <a:r>
              <a:rPr lang="en-IN" dirty="0"/>
              <a:t>Easy Collaboration</a:t>
            </a:r>
          </a:p>
          <a:p>
            <a:pPr marL="0" indent="0">
              <a:buNone/>
            </a:pPr>
            <a:r>
              <a:rPr lang="en-IN" dirty="0"/>
              <a:t>Reproducibility</a:t>
            </a:r>
          </a:p>
          <a:p>
            <a:pPr marL="0" indent="0">
              <a:buNone/>
            </a:pPr>
            <a:r>
              <a:rPr lang="en-IN" dirty="0"/>
              <a:t>Easy Deployment</a:t>
            </a:r>
          </a:p>
          <a:p>
            <a:pPr marL="0" indent="0">
              <a:buNone/>
            </a:pPr>
            <a:r>
              <a:rPr lang="en-IN" dirty="0"/>
              <a:t>Better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2776317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35CC6-129A-153F-F1C3-5E35D078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63E62-E81E-EAE0-29CA-CA0AEAAB4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Disadvantages: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dirty="0"/>
              <a:t>Additional disk space. </a:t>
            </a:r>
          </a:p>
          <a:p>
            <a:r>
              <a:rPr lang="en-IN" dirty="0"/>
              <a:t>Separate package installation for each project. </a:t>
            </a:r>
          </a:p>
          <a:p>
            <a:r>
              <a:rPr lang="en-IN" dirty="0"/>
              <a:t>Must activate the environment before running the project. </a:t>
            </a:r>
          </a:p>
          <a:p>
            <a:r>
              <a:rPr lang="en-IN" dirty="0"/>
              <a:t>Beginners sometimes forget which environment is active.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90385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C65C-41AF-3C7A-133F-0AE729CF0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189"/>
          </a:xfrm>
        </p:spPr>
        <p:txBody>
          <a:bodyPr/>
          <a:lstStyle/>
          <a:p>
            <a:r>
              <a:rPr lang="en-IN" dirty="0"/>
              <a:t>Basics of Docker and </a:t>
            </a:r>
            <a:r>
              <a:rPr lang="en-IN" dirty="0" err="1"/>
              <a:t>MLOps</a:t>
            </a:r>
            <a:r>
              <a:rPr lang="en-IN" dirty="0"/>
              <a:t>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AE372-484E-9C38-1621-84EE83052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08314"/>
            <a:ext cx="10798629" cy="55081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 A data scientist develops a Machine Learning model on their laptop.</a:t>
            </a:r>
          </a:p>
          <a:p>
            <a:pPr marL="0" indent="0">
              <a:buNone/>
            </a:pPr>
            <a:r>
              <a:rPr lang="en-US" dirty="0"/>
              <a:t>Python 3.10</a:t>
            </a:r>
          </a:p>
          <a:p>
            <a:pPr marL="0" indent="0">
              <a:buNone/>
            </a:pPr>
            <a:r>
              <a:rPr lang="en-US" dirty="0"/>
              <a:t>TensorFlow 2.15</a:t>
            </a:r>
          </a:p>
          <a:p>
            <a:pPr marL="0" indent="0">
              <a:buNone/>
            </a:pPr>
            <a:r>
              <a:rPr lang="en-US" dirty="0"/>
              <a:t>NumPy 1.26</a:t>
            </a:r>
          </a:p>
          <a:p>
            <a:pPr marL="0" indent="0">
              <a:buNone/>
            </a:pPr>
            <a:r>
              <a:rPr lang="en-US" dirty="0"/>
              <a:t>OpenCV 4.8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The developer sends the project to another engineer.</a:t>
            </a:r>
          </a:p>
          <a:p>
            <a:pPr marL="0" indent="0">
              <a:buNone/>
            </a:pPr>
            <a:r>
              <a:rPr lang="en-IN" dirty="0"/>
              <a:t>Errors:</a:t>
            </a:r>
          </a:p>
          <a:p>
            <a:pPr marL="0" indent="0">
              <a:buNone/>
            </a:pPr>
            <a:r>
              <a:rPr lang="en-IN" dirty="0" err="1"/>
              <a:t>ModuleNotFoundError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TensorFlow version mismatch</a:t>
            </a:r>
          </a:p>
          <a:p>
            <a:pPr marL="0" indent="0">
              <a:buNone/>
            </a:pPr>
            <a:r>
              <a:rPr lang="en-IN" dirty="0"/>
              <a:t>OpenCV </a:t>
            </a:r>
            <a:r>
              <a:rPr lang="en-IN" dirty="0" err="1"/>
              <a:t>ImportError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NumPy incompatible version</a:t>
            </a:r>
          </a:p>
        </p:txBody>
      </p:sp>
    </p:spTree>
    <p:extLst>
      <p:ext uri="{BB962C8B-B14F-4D97-AF65-F5344CB8AC3E}">
        <p14:creationId xmlns:p14="http://schemas.microsoft.com/office/powerpoint/2010/main" val="35167266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EAE1-A70B-4D3B-3388-2A94E789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r>
              <a:rPr lang="en-US" dirty="0"/>
              <a:t>Docker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5A5FB-E1C6-5663-75C5-B954DF465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1049000" cy="537754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Docker</a:t>
            </a:r>
            <a:r>
              <a:rPr lang="en-IN" dirty="0"/>
              <a:t> is an open-source platform used to develop, package, distribute, and run applications inside lightweight containers.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Docker packages</a:t>
            </a:r>
          </a:p>
          <a:p>
            <a:r>
              <a:rPr lang="en-IN" dirty="0"/>
              <a:t>Application code </a:t>
            </a:r>
          </a:p>
          <a:p>
            <a:r>
              <a:rPr lang="en-IN" dirty="0"/>
              <a:t>Python </a:t>
            </a:r>
          </a:p>
          <a:p>
            <a:r>
              <a:rPr lang="en-IN" dirty="0"/>
              <a:t>Libraries </a:t>
            </a:r>
          </a:p>
          <a:p>
            <a:r>
              <a:rPr lang="en-IN" dirty="0"/>
              <a:t>Dependencies </a:t>
            </a:r>
          </a:p>
          <a:p>
            <a:r>
              <a:rPr lang="en-IN" dirty="0"/>
              <a:t>Configuration files </a:t>
            </a:r>
          </a:p>
          <a:p>
            <a:pPr marL="0" indent="0">
              <a:buNone/>
            </a:pPr>
            <a:r>
              <a:rPr lang="en-IN" dirty="0"/>
              <a:t>into a single portable unit called a </a:t>
            </a:r>
            <a:r>
              <a:rPr lang="en-IN" b="1" dirty="0"/>
              <a:t>container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5519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CC76-ED60-6D71-A757-5844FC389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</p:spPr>
        <p:txBody>
          <a:bodyPr>
            <a:normAutofit fontScale="90000"/>
          </a:bodyPr>
          <a:lstStyle/>
          <a:p>
            <a:r>
              <a:rPr lang="en-US" dirty="0"/>
              <a:t>Containerization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A5C30-8B7F-4C97-9952-782FA57C2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843" y="1780494"/>
            <a:ext cx="10352314" cy="512104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Containerization is the process of packaging an application</a:t>
            </a:r>
          </a:p>
          <a:p>
            <a:pPr marL="0" indent="0">
              <a:buNone/>
            </a:pPr>
            <a:r>
              <a:rPr lang="en-IN" dirty="0"/>
              <a:t>together with all its dependencies into a single container.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 container can run on any system with Docker installed.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790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69312F-6E27-E495-BDFB-DED39E78F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86" y="280068"/>
            <a:ext cx="5246914" cy="622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994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48BD-C7E2-54CB-42E0-4713CD3F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6361"/>
          </a:xfrm>
        </p:spPr>
        <p:txBody>
          <a:bodyPr>
            <a:normAutofit fontScale="90000"/>
          </a:bodyPr>
          <a:lstStyle/>
          <a:p>
            <a:r>
              <a:rPr lang="en-IN" dirty="0"/>
              <a:t>Features of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37E3F-5A00-4248-FB83-479440B1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87067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Lightweight </a:t>
            </a:r>
          </a:p>
          <a:p>
            <a:pPr marL="0" indent="0">
              <a:buNone/>
            </a:pPr>
            <a:r>
              <a:rPr lang="en-IN" dirty="0"/>
              <a:t>Portable </a:t>
            </a:r>
          </a:p>
          <a:p>
            <a:pPr marL="0" indent="0">
              <a:buNone/>
            </a:pPr>
            <a:r>
              <a:rPr lang="en-IN" dirty="0"/>
              <a:t>Fast deployment </a:t>
            </a:r>
          </a:p>
          <a:p>
            <a:pPr marL="0" indent="0">
              <a:buNone/>
            </a:pPr>
            <a:r>
              <a:rPr lang="en-IN" dirty="0"/>
              <a:t>Platform independent </a:t>
            </a:r>
          </a:p>
          <a:p>
            <a:pPr marL="0" indent="0">
              <a:buNone/>
            </a:pPr>
            <a:r>
              <a:rPr lang="en-IN" dirty="0"/>
              <a:t>Easy scalability </a:t>
            </a:r>
          </a:p>
          <a:p>
            <a:pPr marL="0" indent="0">
              <a:buNone/>
            </a:pPr>
            <a:r>
              <a:rPr lang="en-IN" dirty="0"/>
              <a:t>Resource efficient </a:t>
            </a:r>
          </a:p>
          <a:p>
            <a:pPr marL="0" indent="0">
              <a:buNone/>
            </a:pPr>
            <a:r>
              <a:rPr lang="en-IN"/>
              <a:t>Isolated environment </a:t>
            </a:r>
          </a:p>
          <a:p>
            <a:pPr marL="0" indent="0">
              <a:buNone/>
            </a:pPr>
            <a:r>
              <a:rPr lang="en-IN"/>
              <a:t>Consistent execution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476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1513</Words>
  <Application>Microsoft Office PowerPoint</Application>
  <PresentationFormat>Widescreen</PresentationFormat>
  <Paragraphs>441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Aptos</vt:lpstr>
      <vt:lpstr>Aptos Display</vt:lpstr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VERSION CONTROL</vt:lpstr>
      <vt:lpstr>PowerPoint Presentation</vt:lpstr>
      <vt:lpstr>Why Version Control is Important in MLOps?</vt:lpstr>
      <vt:lpstr>PowerPoint Presentation</vt:lpstr>
      <vt:lpstr>Why Traditional Version Control is Not Enough?</vt:lpstr>
      <vt:lpstr>Components that Need Versioning in MLOps</vt:lpstr>
      <vt:lpstr>Version Control Workflow in MLOps</vt:lpstr>
      <vt:lpstr>Types of Version Control</vt:lpstr>
      <vt:lpstr>Advantages of Version Control</vt:lpstr>
      <vt:lpstr>Challenges</vt:lpstr>
      <vt:lpstr>Code versioning</vt:lpstr>
      <vt:lpstr>GIT</vt:lpstr>
      <vt:lpstr>PowerPoint Presentation</vt:lpstr>
      <vt:lpstr>PowerPoint Presentation</vt:lpstr>
      <vt:lpstr>Centralized vs Distributed Version Control</vt:lpstr>
      <vt:lpstr>PowerPoint Presentation</vt:lpstr>
      <vt:lpstr>Git Architecture</vt:lpstr>
      <vt:lpstr>PowerPoint Presentation</vt:lpstr>
      <vt:lpstr>GIT Installation</vt:lpstr>
      <vt:lpstr>GIT Commands</vt:lpstr>
      <vt:lpstr>Data Versioning</vt:lpstr>
      <vt:lpstr>PowerPoint Presentation</vt:lpstr>
      <vt:lpstr>PowerPoint Presentation</vt:lpstr>
      <vt:lpstr>DVC</vt:lpstr>
      <vt:lpstr>Architecture</vt:lpstr>
      <vt:lpstr>PowerPoint Presentation</vt:lpstr>
      <vt:lpstr>Data Versioning Workflow</vt:lpstr>
      <vt:lpstr>DVC Installation</vt:lpstr>
      <vt:lpstr>Model Versioning</vt:lpstr>
      <vt:lpstr>PowerPoint Presentation</vt:lpstr>
      <vt:lpstr>What Should Be Tracked?</vt:lpstr>
      <vt:lpstr>Environment and Dependency Management</vt:lpstr>
      <vt:lpstr>PowerPoint Presentation</vt:lpstr>
      <vt:lpstr>PowerPoint Presentation</vt:lpstr>
      <vt:lpstr>Environment</vt:lpstr>
      <vt:lpstr>PowerPoint Presentation</vt:lpstr>
      <vt:lpstr>Dependency Management</vt:lpstr>
      <vt:lpstr>PowerPoint Presentation</vt:lpstr>
      <vt:lpstr>PowerPoint Presentation</vt:lpstr>
      <vt:lpstr>Virtual Environment</vt:lpstr>
      <vt:lpstr>PowerPoint Presentation</vt:lpstr>
      <vt:lpstr>Project 2:</vt:lpstr>
      <vt:lpstr>PowerPoint Presentation</vt:lpstr>
      <vt:lpstr>Use of Virtual Environment:</vt:lpstr>
      <vt:lpstr>PowerPoint Presentation</vt:lpstr>
      <vt:lpstr>Basics of Docker and MLOps Pipeline</vt:lpstr>
      <vt:lpstr>Docker</vt:lpstr>
      <vt:lpstr>Containerization</vt:lpstr>
      <vt:lpstr>PowerPoint Presentation</vt:lpstr>
      <vt:lpstr>Features of Docker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Aswini Chinnasamy</dc:creator>
  <cp:lastModifiedBy>Aswini Chinnasamy</cp:lastModifiedBy>
  <cp:revision>1</cp:revision>
  <dcterms:created xsi:type="dcterms:W3CDTF">2026-07-14T09:58:38Z</dcterms:created>
  <dcterms:modified xsi:type="dcterms:W3CDTF">2026-07-23T04:45:24Z</dcterms:modified>
</cp:coreProperties>
</file>