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284" r:id="rId2"/>
    <p:sldId id="256" r:id="rId3"/>
    <p:sldId id="285" r:id="rId4"/>
    <p:sldId id="286" r:id="rId5"/>
    <p:sldId id="287" r:id="rId6"/>
    <p:sldId id="298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8" r:id="rId32"/>
    <p:sldId id="319" r:id="rId33"/>
    <p:sldId id="320" r:id="rId34"/>
    <p:sldId id="321" r:id="rId35"/>
    <p:sldId id="322" r:id="rId36"/>
    <p:sldId id="325" r:id="rId37"/>
    <p:sldId id="323" r:id="rId38"/>
    <p:sldId id="313" r:id="rId39"/>
    <p:sldId id="314" r:id="rId40"/>
    <p:sldId id="315" r:id="rId41"/>
    <p:sldId id="316" r:id="rId42"/>
    <p:sldId id="317" r:id="rId43"/>
    <p:sldId id="326" r:id="rId44"/>
    <p:sldId id="336" r:id="rId45"/>
    <p:sldId id="328" r:id="rId46"/>
    <p:sldId id="359" r:id="rId47"/>
    <p:sldId id="360" r:id="rId48"/>
    <p:sldId id="361" r:id="rId49"/>
    <p:sldId id="362" r:id="rId50"/>
    <p:sldId id="363" r:id="rId51"/>
    <p:sldId id="364" r:id="rId52"/>
    <p:sldId id="365" r:id="rId53"/>
    <p:sldId id="366" r:id="rId54"/>
    <p:sldId id="367" r:id="rId55"/>
    <p:sldId id="368" r:id="rId56"/>
    <p:sldId id="369" r:id="rId57"/>
    <p:sldId id="370" r:id="rId58"/>
    <p:sldId id="371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58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F1A18-3978-41F7-8C46-86948F617C07}" v="239" dt="2026-08-05T06:32:59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i Chinnasamy" userId="747a38e629acba16" providerId="LiveId" clId="{7BC40E3E-8DCE-4B79-8DE2-DBD290D7FC7B}"/>
    <pc:docChg chg="undo custSel addSld delSld modSld sldOrd">
      <pc:chgData name="Aswini Chinnasamy" userId="747a38e629acba16" providerId="LiveId" clId="{7BC40E3E-8DCE-4B79-8DE2-DBD290D7FC7B}" dt="2026-08-05T07:34:07.595" v="2207" actId="47"/>
      <pc:docMkLst>
        <pc:docMk/>
      </pc:docMkLst>
      <pc:sldChg chg="addSp delSp modSp new mod">
        <pc:chgData name="Aswini Chinnasamy" userId="747a38e629acba16" providerId="LiveId" clId="{7BC40E3E-8DCE-4B79-8DE2-DBD290D7FC7B}" dt="2026-07-28T04:04:30.244" v="9" actId="14100"/>
        <pc:sldMkLst>
          <pc:docMk/>
          <pc:sldMk cId="1147766611" sldId="256"/>
        </pc:sldMkLst>
        <pc:spChg chg="mod">
          <ac:chgData name="Aswini Chinnasamy" userId="747a38e629acba16" providerId="LiveId" clId="{7BC40E3E-8DCE-4B79-8DE2-DBD290D7FC7B}" dt="2026-07-28T04:04:19.282" v="5" actId="14100"/>
          <ac:spMkLst>
            <pc:docMk/>
            <pc:sldMk cId="1147766611" sldId="256"/>
            <ac:spMk id="3" creationId="{28244C2B-11EF-A576-F745-5DB52378CD8A}"/>
          </ac:spMkLst>
        </pc:spChg>
        <pc:picChg chg="add mod">
          <ac:chgData name="Aswini Chinnasamy" userId="747a38e629acba16" providerId="LiveId" clId="{7BC40E3E-8DCE-4B79-8DE2-DBD290D7FC7B}" dt="2026-07-28T04:04:30.244" v="9" actId="14100"/>
          <ac:picMkLst>
            <pc:docMk/>
            <pc:sldMk cId="1147766611" sldId="256"/>
            <ac:picMk id="5" creationId="{7A31E22E-444A-464B-11D1-6E02E19ECFE6}"/>
          </ac:picMkLst>
        </pc:picChg>
      </pc:sldChg>
      <pc:sldChg chg="add ord">
        <pc:chgData name="Aswini Chinnasamy" userId="747a38e629acba16" providerId="LiveId" clId="{7BC40E3E-8DCE-4B79-8DE2-DBD290D7FC7B}" dt="2026-07-28T04:03:52.254" v="3"/>
        <pc:sldMkLst>
          <pc:docMk/>
          <pc:sldMk cId="0" sldId="284"/>
        </pc:sldMkLst>
      </pc:sldChg>
      <pc:sldChg chg="modSp new mod">
        <pc:chgData name="Aswini Chinnasamy" userId="747a38e629acba16" providerId="LiveId" clId="{7BC40E3E-8DCE-4B79-8DE2-DBD290D7FC7B}" dt="2026-07-28T04:07:44.240" v="59" actId="20577"/>
        <pc:sldMkLst>
          <pc:docMk/>
          <pc:sldMk cId="2267965182" sldId="285"/>
        </pc:sldMkLst>
        <pc:spChg chg="mod">
          <ac:chgData name="Aswini Chinnasamy" userId="747a38e629acba16" providerId="LiveId" clId="{7BC40E3E-8DCE-4B79-8DE2-DBD290D7FC7B}" dt="2026-07-28T04:06:22.286" v="30" actId="14100"/>
          <ac:spMkLst>
            <pc:docMk/>
            <pc:sldMk cId="2267965182" sldId="285"/>
            <ac:spMk id="2" creationId="{BA50EE99-4C67-98C5-F95B-73B2271DFF42}"/>
          </ac:spMkLst>
        </pc:spChg>
        <pc:spChg chg="mod">
          <ac:chgData name="Aswini Chinnasamy" userId="747a38e629acba16" providerId="LiveId" clId="{7BC40E3E-8DCE-4B79-8DE2-DBD290D7FC7B}" dt="2026-07-28T04:07:44.240" v="59" actId="20577"/>
          <ac:spMkLst>
            <pc:docMk/>
            <pc:sldMk cId="2267965182" sldId="285"/>
            <ac:spMk id="3" creationId="{228AAA5C-2B3C-C94E-6FE6-0489ABE43EBC}"/>
          </ac:spMkLst>
        </pc:spChg>
      </pc:sldChg>
      <pc:sldChg chg="modSp new mod">
        <pc:chgData name="Aswini Chinnasamy" userId="747a38e629acba16" providerId="LiveId" clId="{7BC40E3E-8DCE-4B79-8DE2-DBD290D7FC7B}" dt="2026-07-28T04:10:37.242" v="92"/>
        <pc:sldMkLst>
          <pc:docMk/>
          <pc:sldMk cId="2750482290" sldId="286"/>
        </pc:sldMkLst>
        <pc:spChg chg="mod">
          <ac:chgData name="Aswini Chinnasamy" userId="747a38e629acba16" providerId="LiveId" clId="{7BC40E3E-8DCE-4B79-8DE2-DBD290D7FC7B}" dt="2026-07-28T04:09:10.959" v="73" actId="27636"/>
          <ac:spMkLst>
            <pc:docMk/>
            <pc:sldMk cId="2750482290" sldId="286"/>
            <ac:spMk id="2" creationId="{D217F92D-81C4-F9F6-A5B7-0FA662181B0D}"/>
          </ac:spMkLst>
        </pc:spChg>
        <pc:spChg chg="mod">
          <ac:chgData name="Aswini Chinnasamy" userId="747a38e629acba16" providerId="LiveId" clId="{7BC40E3E-8DCE-4B79-8DE2-DBD290D7FC7B}" dt="2026-07-28T04:10:37.242" v="92"/>
          <ac:spMkLst>
            <pc:docMk/>
            <pc:sldMk cId="2750482290" sldId="286"/>
            <ac:spMk id="3" creationId="{349A2678-4300-CDB2-7324-CFEC23BFEC0C}"/>
          </ac:spMkLst>
        </pc:spChg>
      </pc:sldChg>
      <pc:sldChg chg="addSp delSp modSp new mod">
        <pc:chgData name="Aswini Chinnasamy" userId="747a38e629acba16" providerId="LiveId" clId="{7BC40E3E-8DCE-4B79-8DE2-DBD290D7FC7B}" dt="2026-07-28T04:35:25.972" v="98" actId="14100"/>
        <pc:sldMkLst>
          <pc:docMk/>
          <pc:sldMk cId="3153673667" sldId="287"/>
        </pc:sldMkLst>
        <pc:picChg chg="add mod ord">
          <ac:chgData name="Aswini Chinnasamy" userId="747a38e629acba16" providerId="LiveId" clId="{7BC40E3E-8DCE-4B79-8DE2-DBD290D7FC7B}" dt="2026-07-28T04:35:25.972" v="98" actId="14100"/>
          <ac:picMkLst>
            <pc:docMk/>
            <pc:sldMk cId="3153673667" sldId="287"/>
            <ac:picMk id="5" creationId="{CAD3DFC7-870B-5A82-57F3-E0739392073B}"/>
          </ac:picMkLst>
        </pc:picChg>
      </pc:sldChg>
      <pc:sldChg chg="delSp modSp new mod">
        <pc:chgData name="Aswini Chinnasamy" userId="747a38e629acba16" providerId="LiveId" clId="{7BC40E3E-8DCE-4B79-8DE2-DBD290D7FC7B}" dt="2026-07-28T04:40:09.877" v="115" actId="478"/>
        <pc:sldMkLst>
          <pc:docMk/>
          <pc:sldMk cId="3988780853" sldId="288"/>
        </pc:sldMkLst>
        <pc:spChg chg="mod">
          <ac:chgData name="Aswini Chinnasamy" userId="747a38e629acba16" providerId="LiveId" clId="{7BC40E3E-8DCE-4B79-8DE2-DBD290D7FC7B}" dt="2026-07-28T04:40:03.432" v="114" actId="20577"/>
          <ac:spMkLst>
            <pc:docMk/>
            <pc:sldMk cId="3988780853" sldId="288"/>
            <ac:spMk id="3" creationId="{C9C16B85-DA91-6AC7-FEE0-591FABF95755}"/>
          </ac:spMkLst>
        </pc:spChg>
      </pc:sldChg>
      <pc:sldChg chg="addSp delSp modSp new mod">
        <pc:chgData name="Aswini Chinnasamy" userId="747a38e629acba16" providerId="LiveId" clId="{7BC40E3E-8DCE-4B79-8DE2-DBD290D7FC7B}" dt="2026-07-28T05:27:17.098" v="122" actId="1076"/>
        <pc:sldMkLst>
          <pc:docMk/>
          <pc:sldMk cId="1948435875" sldId="289"/>
        </pc:sldMkLst>
        <pc:picChg chg="add mod ord">
          <ac:chgData name="Aswini Chinnasamy" userId="747a38e629acba16" providerId="LiveId" clId="{7BC40E3E-8DCE-4B79-8DE2-DBD290D7FC7B}" dt="2026-07-28T05:27:17.098" v="122" actId="1076"/>
          <ac:picMkLst>
            <pc:docMk/>
            <pc:sldMk cId="1948435875" sldId="289"/>
            <ac:picMk id="5" creationId="{B28E4305-677E-4A42-AEA9-33ADC77FB649}"/>
          </ac:picMkLst>
        </pc:picChg>
      </pc:sldChg>
      <pc:sldChg chg="addSp delSp modSp new mod">
        <pc:chgData name="Aswini Chinnasamy" userId="747a38e629acba16" providerId="LiveId" clId="{7BC40E3E-8DCE-4B79-8DE2-DBD290D7FC7B}" dt="2026-07-28T05:27:51.058" v="128" actId="14100"/>
        <pc:sldMkLst>
          <pc:docMk/>
          <pc:sldMk cId="1448870518" sldId="290"/>
        </pc:sldMkLst>
        <pc:picChg chg="add mod ord">
          <ac:chgData name="Aswini Chinnasamy" userId="747a38e629acba16" providerId="LiveId" clId="{7BC40E3E-8DCE-4B79-8DE2-DBD290D7FC7B}" dt="2026-07-28T05:27:51.058" v="128" actId="14100"/>
          <ac:picMkLst>
            <pc:docMk/>
            <pc:sldMk cId="1448870518" sldId="290"/>
            <ac:picMk id="5" creationId="{7C36462B-E2D9-C194-62AF-2A2DA6825E30}"/>
          </ac:picMkLst>
        </pc:picChg>
      </pc:sldChg>
      <pc:sldChg chg="modSp new mod">
        <pc:chgData name="Aswini Chinnasamy" userId="747a38e629acba16" providerId="LiveId" clId="{7BC40E3E-8DCE-4B79-8DE2-DBD290D7FC7B}" dt="2026-07-28T05:48:10.557" v="139" actId="20577"/>
        <pc:sldMkLst>
          <pc:docMk/>
          <pc:sldMk cId="271520563" sldId="291"/>
        </pc:sldMkLst>
        <pc:spChg chg="mod">
          <ac:chgData name="Aswini Chinnasamy" userId="747a38e629acba16" providerId="LiveId" clId="{7BC40E3E-8DCE-4B79-8DE2-DBD290D7FC7B}" dt="2026-07-28T05:48:10.557" v="139" actId="20577"/>
          <ac:spMkLst>
            <pc:docMk/>
            <pc:sldMk cId="271520563" sldId="291"/>
            <ac:spMk id="3" creationId="{29312CE9-FCB4-D5D0-CF5C-870D795C23D2}"/>
          </ac:spMkLst>
        </pc:spChg>
      </pc:sldChg>
      <pc:sldChg chg="delSp modSp new mod">
        <pc:chgData name="Aswini Chinnasamy" userId="747a38e629acba16" providerId="LiveId" clId="{7BC40E3E-8DCE-4B79-8DE2-DBD290D7FC7B}" dt="2026-07-28T05:58:06.354" v="151" actId="5793"/>
        <pc:sldMkLst>
          <pc:docMk/>
          <pc:sldMk cId="3821931534" sldId="292"/>
        </pc:sldMkLst>
        <pc:spChg chg="mod">
          <ac:chgData name="Aswini Chinnasamy" userId="747a38e629acba16" providerId="LiveId" clId="{7BC40E3E-8DCE-4B79-8DE2-DBD290D7FC7B}" dt="2026-07-28T05:58:06.354" v="151" actId="5793"/>
          <ac:spMkLst>
            <pc:docMk/>
            <pc:sldMk cId="3821931534" sldId="292"/>
            <ac:spMk id="3" creationId="{AFC0B176-189A-3DA1-34A0-D8343ACD7214}"/>
          </ac:spMkLst>
        </pc:spChg>
      </pc:sldChg>
      <pc:sldChg chg="delSp modSp new mod">
        <pc:chgData name="Aswini Chinnasamy" userId="747a38e629acba16" providerId="LiveId" clId="{7BC40E3E-8DCE-4B79-8DE2-DBD290D7FC7B}" dt="2026-07-28T05:58:35.508" v="157" actId="14100"/>
        <pc:sldMkLst>
          <pc:docMk/>
          <pc:sldMk cId="2630735602" sldId="293"/>
        </pc:sldMkLst>
        <pc:spChg chg="mod">
          <ac:chgData name="Aswini Chinnasamy" userId="747a38e629acba16" providerId="LiveId" clId="{7BC40E3E-8DCE-4B79-8DE2-DBD290D7FC7B}" dt="2026-07-28T05:58:35.508" v="157" actId="14100"/>
          <ac:spMkLst>
            <pc:docMk/>
            <pc:sldMk cId="2630735602" sldId="293"/>
            <ac:spMk id="3" creationId="{7E8590B3-5980-D3EB-89C3-65F0787B2545}"/>
          </ac:spMkLst>
        </pc:spChg>
      </pc:sldChg>
      <pc:sldChg chg="modSp new mod">
        <pc:chgData name="Aswini Chinnasamy" userId="747a38e629acba16" providerId="LiveId" clId="{7BC40E3E-8DCE-4B79-8DE2-DBD290D7FC7B}" dt="2026-07-28T05:59:48.798" v="184" actId="27636"/>
        <pc:sldMkLst>
          <pc:docMk/>
          <pc:sldMk cId="1430214574" sldId="294"/>
        </pc:sldMkLst>
        <pc:spChg chg="mod">
          <ac:chgData name="Aswini Chinnasamy" userId="747a38e629acba16" providerId="LiveId" clId="{7BC40E3E-8DCE-4B79-8DE2-DBD290D7FC7B}" dt="2026-07-28T05:59:46.138" v="182" actId="14100"/>
          <ac:spMkLst>
            <pc:docMk/>
            <pc:sldMk cId="1430214574" sldId="294"/>
            <ac:spMk id="2" creationId="{9816C783-6857-51F5-AACC-3EB42700DB3B}"/>
          </ac:spMkLst>
        </pc:spChg>
        <pc:spChg chg="mod">
          <ac:chgData name="Aswini Chinnasamy" userId="747a38e629acba16" providerId="LiveId" clId="{7BC40E3E-8DCE-4B79-8DE2-DBD290D7FC7B}" dt="2026-07-28T05:59:48.798" v="184" actId="27636"/>
          <ac:spMkLst>
            <pc:docMk/>
            <pc:sldMk cId="1430214574" sldId="294"/>
            <ac:spMk id="3" creationId="{4969EFBE-E5E9-8348-8B8A-31D21BBDDF49}"/>
          </ac:spMkLst>
        </pc:spChg>
      </pc:sldChg>
      <pc:sldChg chg="addSp modSp new mod">
        <pc:chgData name="Aswini Chinnasamy" userId="747a38e629acba16" providerId="LiveId" clId="{7BC40E3E-8DCE-4B79-8DE2-DBD290D7FC7B}" dt="2026-07-28T06:05:13.106" v="198" actId="14100"/>
        <pc:sldMkLst>
          <pc:docMk/>
          <pc:sldMk cId="1645702080" sldId="295"/>
        </pc:sldMkLst>
        <pc:spChg chg="mod">
          <ac:chgData name="Aswini Chinnasamy" userId="747a38e629acba16" providerId="LiveId" clId="{7BC40E3E-8DCE-4B79-8DE2-DBD290D7FC7B}" dt="2026-07-28T06:03:36.706" v="191" actId="14100"/>
          <ac:spMkLst>
            <pc:docMk/>
            <pc:sldMk cId="1645702080" sldId="295"/>
            <ac:spMk id="2" creationId="{6CFA7941-CA89-F4DF-A307-8D41F0091D52}"/>
          </ac:spMkLst>
        </pc:spChg>
        <pc:spChg chg="mod">
          <ac:chgData name="Aswini Chinnasamy" userId="747a38e629acba16" providerId="LiveId" clId="{7BC40E3E-8DCE-4B79-8DE2-DBD290D7FC7B}" dt="2026-07-28T06:03:42.096" v="194"/>
          <ac:spMkLst>
            <pc:docMk/>
            <pc:sldMk cId="1645702080" sldId="295"/>
            <ac:spMk id="3" creationId="{E9DEA0A2-8A59-18F0-807A-6183C9DD42E9}"/>
          </ac:spMkLst>
        </pc:spChg>
        <pc:picChg chg="add mod">
          <ac:chgData name="Aswini Chinnasamy" userId="747a38e629acba16" providerId="LiveId" clId="{7BC40E3E-8DCE-4B79-8DE2-DBD290D7FC7B}" dt="2026-07-28T06:05:13.106" v="198" actId="14100"/>
          <ac:picMkLst>
            <pc:docMk/>
            <pc:sldMk cId="1645702080" sldId="295"/>
            <ac:picMk id="5" creationId="{4275D2DB-D0CE-D992-4CE2-1E21CA74F8C5}"/>
          </ac:picMkLst>
        </pc:picChg>
      </pc:sldChg>
      <pc:sldChg chg="addSp delSp modSp new mod">
        <pc:chgData name="Aswini Chinnasamy" userId="747a38e629acba16" providerId="LiveId" clId="{7BC40E3E-8DCE-4B79-8DE2-DBD290D7FC7B}" dt="2026-07-28T06:07:00.156" v="222" actId="27636"/>
        <pc:sldMkLst>
          <pc:docMk/>
          <pc:sldMk cId="1401088056" sldId="296"/>
        </pc:sldMkLst>
        <pc:spChg chg="mod">
          <ac:chgData name="Aswini Chinnasamy" userId="747a38e629acba16" providerId="LiveId" clId="{7BC40E3E-8DCE-4B79-8DE2-DBD290D7FC7B}" dt="2026-07-28T06:05:48.636" v="205" actId="20577"/>
          <ac:spMkLst>
            <pc:docMk/>
            <pc:sldMk cId="1401088056" sldId="296"/>
            <ac:spMk id="2" creationId="{8C5DE1B2-F2C4-20D8-9280-A0D3B5EF661E}"/>
          </ac:spMkLst>
        </pc:spChg>
        <pc:spChg chg="add del mod">
          <ac:chgData name="Aswini Chinnasamy" userId="747a38e629acba16" providerId="LiveId" clId="{7BC40E3E-8DCE-4B79-8DE2-DBD290D7FC7B}" dt="2026-07-28T06:07:00.156" v="222" actId="27636"/>
          <ac:spMkLst>
            <pc:docMk/>
            <pc:sldMk cId="1401088056" sldId="296"/>
            <ac:spMk id="3" creationId="{4256039E-D730-859C-74C2-807C33CAA225}"/>
          </ac:spMkLst>
        </pc:spChg>
      </pc:sldChg>
      <pc:sldChg chg="addSp delSp modSp new mod">
        <pc:chgData name="Aswini Chinnasamy" userId="747a38e629acba16" providerId="LiveId" clId="{7BC40E3E-8DCE-4B79-8DE2-DBD290D7FC7B}" dt="2026-07-28T06:10:04.816" v="232" actId="14100"/>
        <pc:sldMkLst>
          <pc:docMk/>
          <pc:sldMk cId="2623099900" sldId="297"/>
        </pc:sldMkLst>
        <pc:picChg chg="add mod ord">
          <ac:chgData name="Aswini Chinnasamy" userId="747a38e629acba16" providerId="LiveId" clId="{7BC40E3E-8DCE-4B79-8DE2-DBD290D7FC7B}" dt="2026-07-28T06:10:04.816" v="232" actId="14100"/>
          <ac:picMkLst>
            <pc:docMk/>
            <pc:sldMk cId="2623099900" sldId="297"/>
            <ac:picMk id="5" creationId="{D11D7C6D-E6A5-9797-87D8-7BA0C7DD857D}"/>
          </ac:picMkLst>
        </pc:picChg>
      </pc:sldChg>
      <pc:sldChg chg="addSp delSp modSp new mod">
        <pc:chgData name="Aswini Chinnasamy" userId="747a38e629acba16" providerId="LiveId" clId="{7BC40E3E-8DCE-4B79-8DE2-DBD290D7FC7B}" dt="2026-07-28T06:29:34.609" v="241" actId="1076"/>
        <pc:sldMkLst>
          <pc:docMk/>
          <pc:sldMk cId="3048013389" sldId="298"/>
        </pc:sldMkLst>
        <pc:picChg chg="add mod ord">
          <ac:chgData name="Aswini Chinnasamy" userId="747a38e629acba16" providerId="LiveId" clId="{7BC40E3E-8DCE-4B79-8DE2-DBD290D7FC7B}" dt="2026-07-28T06:29:34.609" v="241" actId="1076"/>
          <ac:picMkLst>
            <pc:docMk/>
            <pc:sldMk cId="3048013389" sldId="298"/>
            <ac:picMk id="5" creationId="{CF7940A4-D2E2-7A0F-44BD-9C35B217CEE0}"/>
          </ac:picMkLst>
        </pc:picChg>
      </pc:sldChg>
      <pc:sldChg chg="addSp delSp modSp new mod">
        <pc:chgData name="Aswini Chinnasamy" userId="747a38e629acba16" providerId="LiveId" clId="{7BC40E3E-8DCE-4B79-8DE2-DBD290D7FC7B}" dt="2026-07-30T03:45:16.098" v="270" actId="20577"/>
        <pc:sldMkLst>
          <pc:docMk/>
          <pc:sldMk cId="89825560" sldId="299"/>
        </pc:sldMkLst>
        <pc:spChg chg="add mod">
          <ac:chgData name="Aswini Chinnasamy" userId="747a38e629acba16" providerId="LiveId" clId="{7BC40E3E-8DCE-4B79-8DE2-DBD290D7FC7B}" dt="2026-07-30T03:45:16.098" v="270" actId="20577"/>
          <ac:spMkLst>
            <pc:docMk/>
            <pc:sldMk cId="89825560" sldId="299"/>
            <ac:spMk id="6" creationId="{E4F73FCF-F727-B5B6-06AE-ECD088934916}"/>
          </ac:spMkLst>
        </pc:spChg>
        <pc:picChg chg="add mod ord">
          <ac:chgData name="Aswini Chinnasamy" userId="747a38e629acba16" providerId="LiveId" clId="{7BC40E3E-8DCE-4B79-8DE2-DBD290D7FC7B}" dt="2026-07-30T03:44:52.411" v="252" actId="14100"/>
          <ac:picMkLst>
            <pc:docMk/>
            <pc:sldMk cId="89825560" sldId="299"/>
            <ac:picMk id="5" creationId="{589C10A0-AD66-E42F-075E-2CE84852BDB5}"/>
          </ac:picMkLst>
        </pc:picChg>
      </pc:sldChg>
      <pc:sldChg chg="modSp new mod">
        <pc:chgData name="Aswini Chinnasamy" userId="747a38e629acba16" providerId="LiveId" clId="{7BC40E3E-8DCE-4B79-8DE2-DBD290D7FC7B}" dt="2026-07-30T03:46:10.125" v="311"/>
        <pc:sldMkLst>
          <pc:docMk/>
          <pc:sldMk cId="16687398" sldId="300"/>
        </pc:sldMkLst>
        <pc:spChg chg="mod">
          <ac:chgData name="Aswini Chinnasamy" userId="747a38e629acba16" providerId="LiveId" clId="{7BC40E3E-8DCE-4B79-8DE2-DBD290D7FC7B}" dt="2026-07-30T03:46:05.497" v="310" actId="20577"/>
          <ac:spMkLst>
            <pc:docMk/>
            <pc:sldMk cId="16687398" sldId="300"/>
            <ac:spMk id="2" creationId="{764EBD01-4B45-9599-B711-81311C87B3FE}"/>
          </ac:spMkLst>
        </pc:spChg>
        <pc:spChg chg="mod">
          <ac:chgData name="Aswini Chinnasamy" userId="747a38e629acba16" providerId="LiveId" clId="{7BC40E3E-8DCE-4B79-8DE2-DBD290D7FC7B}" dt="2026-07-30T03:46:10.125" v="311"/>
          <ac:spMkLst>
            <pc:docMk/>
            <pc:sldMk cId="16687398" sldId="300"/>
            <ac:spMk id="3" creationId="{260CDD13-46BF-F265-9B5F-3C8CE18E1A27}"/>
          </ac:spMkLst>
        </pc:spChg>
      </pc:sldChg>
      <pc:sldChg chg="addSp delSp modSp new mod">
        <pc:chgData name="Aswini Chinnasamy" userId="747a38e629acba16" providerId="LiveId" clId="{7BC40E3E-8DCE-4B79-8DE2-DBD290D7FC7B}" dt="2026-07-30T03:47:26.760" v="323" actId="14100"/>
        <pc:sldMkLst>
          <pc:docMk/>
          <pc:sldMk cId="1968038905" sldId="301"/>
        </pc:sldMkLst>
        <pc:spChg chg="mod">
          <ac:chgData name="Aswini Chinnasamy" userId="747a38e629acba16" providerId="LiveId" clId="{7BC40E3E-8DCE-4B79-8DE2-DBD290D7FC7B}" dt="2026-07-30T03:46:41.131" v="315"/>
          <ac:spMkLst>
            <pc:docMk/>
            <pc:sldMk cId="1968038905" sldId="301"/>
            <ac:spMk id="2" creationId="{22C5D405-1160-11F8-D910-B86DFC67BA75}"/>
          </ac:spMkLst>
        </pc:spChg>
        <pc:picChg chg="add mod ord">
          <ac:chgData name="Aswini Chinnasamy" userId="747a38e629acba16" providerId="LiveId" clId="{7BC40E3E-8DCE-4B79-8DE2-DBD290D7FC7B}" dt="2026-07-30T03:47:26.760" v="323" actId="14100"/>
          <ac:picMkLst>
            <pc:docMk/>
            <pc:sldMk cId="1968038905" sldId="301"/>
            <ac:picMk id="5" creationId="{D7701D86-F514-FED2-DA1F-9302B00CCC84}"/>
          </ac:picMkLst>
        </pc:picChg>
      </pc:sldChg>
      <pc:sldChg chg="addSp modSp new mod">
        <pc:chgData name="Aswini Chinnasamy" userId="747a38e629acba16" providerId="LiveId" clId="{7BC40E3E-8DCE-4B79-8DE2-DBD290D7FC7B}" dt="2026-07-30T03:50:10.008" v="340" actId="14100"/>
        <pc:sldMkLst>
          <pc:docMk/>
          <pc:sldMk cId="2768383644" sldId="302"/>
        </pc:sldMkLst>
        <pc:spChg chg="mod">
          <ac:chgData name="Aswini Chinnasamy" userId="747a38e629acba16" providerId="LiveId" clId="{7BC40E3E-8DCE-4B79-8DE2-DBD290D7FC7B}" dt="2026-07-30T03:49:39.168" v="336" actId="1076"/>
          <ac:spMkLst>
            <pc:docMk/>
            <pc:sldMk cId="2768383644" sldId="302"/>
            <ac:spMk id="2" creationId="{04CBC591-E018-A481-A00B-F6BC7A1CA126}"/>
          </ac:spMkLst>
        </pc:spChg>
        <pc:spChg chg="mod">
          <ac:chgData name="Aswini Chinnasamy" userId="747a38e629acba16" providerId="LiveId" clId="{7BC40E3E-8DCE-4B79-8DE2-DBD290D7FC7B}" dt="2026-07-30T03:49:39.168" v="336" actId="1076"/>
          <ac:spMkLst>
            <pc:docMk/>
            <pc:sldMk cId="2768383644" sldId="302"/>
            <ac:spMk id="3" creationId="{7005CCD0-FD44-00BD-A084-ED645D821E93}"/>
          </ac:spMkLst>
        </pc:spChg>
        <pc:graphicFrameChg chg="add mod modGraphic">
          <ac:chgData name="Aswini Chinnasamy" userId="747a38e629acba16" providerId="LiveId" clId="{7BC40E3E-8DCE-4B79-8DE2-DBD290D7FC7B}" dt="2026-07-30T03:50:10.008" v="340" actId="14100"/>
          <ac:graphicFrameMkLst>
            <pc:docMk/>
            <pc:sldMk cId="2768383644" sldId="302"/>
            <ac:graphicFrameMk id="4" creationId="{3D159165-22F2-85CB-408F-18DF7EB1A22D}"/>
          </ac:graphicFrameMkLst>
        </pc:graphicFrameChg>
      </pc:sldChg>
      <pc:sldChg chg="addSp delSp modSp new mod">
        <pc:chgData name="Aswini Chinnasamy" userId="747a38e629acba16" providerId="LiveId" clId="{7BC40E3E-8DCE-4B79-8DE2-DBD290D7FC7B}" dt="2026-07-30T03:52:01.392" v="350" actId="14100"/>
        <pc:sldMkLst>
          <pc:docMk/>
          <pc:sldMk cId="721586012" sldId="303"/>
        </pc:sldMkLst>
        <pc:spChg chg="add mod">
          <ac:chgData name="Aswini Chinnasamy" userId="747a38e629acba16" providerId="LiveId" clId="{7BC40E3E-8DCE-4B79-8DE2-DBD290D7FC7B}" dt="2026-07-30T03:51:28.160" v="343"/>
          <ac:spMkLst>
            <pc:docMk/>
            <pc:sldMk cId="721586012" sldId="303"/>
            <ac:spMk id="4" creationId="{A2A3A617-277C-B9C1-250B-BA4CD240B8D2}"/>
          </ac:spMkLst>
        </pc:spChg>
        <pc:graphicFrameChg chg="add mod modGraphic">
          <ac:chgData name="Aswini Chinnasamy" userId="747a38e629acba16" providerId="LiveId" clId="{7BC40E3E-8DCE-4B79-8DE2-DBD290D7FC7B}" dt="2026-07-30T03:52:01.392" v="350" actId="14100"/>
          <ac:graphicFrameMkLst>
            <pc:docMk/>
            <pc:sldMk cId="721586012" sldId="303"/>
            <ac:graphicFrameMk id="5" creationId="{2769C23D-FD37-AA89-FD87-996436554F2D}"/>
          </ac:graphicFrameMkLst>
        </pc:graphicFrameChg>
      </pc:sldChg>
      <pc:sldChg chg="modSp new mod">
        <pc:chgData name="Aswini Chinnasamy" userId="747a38e629acba16" providerId="LiveId" clId="{7BC40E3E-8DCE-4B79-8DE2-DBD290D7FC7B}" dt="2026-07-30T03:56:28.711" v="524" actId="20577"/>
        <pc:sldMkLst>
          <pc:docMk/>
          <pc:sldMk cId="2361023080" sldId="304"/>
        </pc:sldMkLst>
        <pc:spChg chg="mod">
          <ac:chgData name="Aswini Chinnasamy" userId="747a38e629acba16" providerId="LiveId" clId="{7BC40E3E-8DCE-4B79-8DE2-DBD290D7FC7B}" dt="2026-07-30T03:54:15.203" v="382" actId="20577"/>
          <ac:spMkLst>
            <pc:docMk/>
            <pc:sldMk cId="2361023080" sldId="304"/>
            <ac:spMk id="2" creationId="{1B64F447-3CF2-0AE5-AE37-D6714F46B210}"/>
          </ac:spMkLst>
        </pc:spChg>
        <pc:spChg chg="mod">
          <ac:chgData name="Aswini Chinnasamy" userId="747a38e629acba16" providerId="LiveId" clId="{7BC40E3E-8DCE-4B79-8DE2-DBD290D7FC7B}" dt="2026-07-30T03:56:28.711" v="524" actId="20577"/>
          <ac:spMkLst>
            <pc:docMk/>
            <pc:sldMk cId="2361023080" sldId="304"/>
            <ac:spMk id="3" creationId="{8540A3C6-25EC-0352-02F6-5841ED4D646F}"/>
          </ac:spMkLst>
        </pc:spChg>
      </pc:sldChg>
      <pc:sldChg chg="modSp new mod">
        <pc:chgData name="Aswini Chinnasamy" userId="747a38e629acba16" providerId="LiveId" clId="{7BC40E3E-8DCE-4B79-8DE2-DBD290D7FC7B}" dt="2026-07-31T03:48:34.430" v="1068" actId="20578"/>
        <pc:sldMkLst>
          <pc:docMk/>
          <pc:sldMk cId="997939405" sldId="305"/>
        </pc:sldMkLst>
        <pc:spChg chg="mod">
          <ac:chgData name="Aswini Chinnasamy" userId="747a38e629acba16" providerId="LiveId" clId="{7BC40E3E-8DCE-4B79-8DE2-DBD290D7FC7B}" dt="2026-07-30T03:57:00.046" v="546" actId="20577"/>
          <ac:spMkLst>
            <pc:docMk/>
            <pc:sldMk cId="997939405" sldId="305"/>
            <ac:spMk id="2" creationId="{82359F3E-107A-176D-533A-6A4E7C4318E4}"/>
          </ac:spMkLst>
        </pc:spChg>
        <pc:spChg chg="mod">
          <ac:chgData name="Aswini Chinnasamy" userId="747a38e629acba16" providerId="LiveId" clId="{7BC40E3E-8DCE-4B79-8DE2-DBD290D7FC7B}" dt="2026-07-31T03:48:34.430" v="1068" actId="20578"/>
          <ac:spMkLst>
            <pc:docMk/>
            <pc:sldMk cId="997939405" sldId="305"/>
            <ac:spMk id="3" creationId="{2AE8FE08-7541-61C8-2AF5-729E8D3B3D97}"/>
          </ac:spMkLst>
        </pc:spChg>
      </pc:sldChg>
      <pc:sldChg chg="modSp new mod ord">
        <pc:chgData name="Aswini Chinnasamy" userId="747a38e629acba16" providerId="LiveId" clId="{7BC40E3E-8DCE-4B79-8DE2-DBD290D7FC7B}" dt="2026-07-30T04:00:04.125" v="651"/>
        <pc:sldMkLst>
          <pc:docMk/>
          <pc:sldMk cId="1637328591" sldId="306"/>
        </pc:sldMkLst>
        <pc:spChg chg="mod">
          <ac:chgData name="Aswini Chinnasamy" userId="747a38e629acba16" providerId="LiveId" clId="{7BC40E3E-8DCE-4B79-8DE2-DBD290D7FC7B}" dt="2026-07-30T03:59:12.709" v="638" actId="20577"/>
          <ac:spMkLst>
            <pc:docMk/>
            <pc:sldMk cId="1637328591" sldId="306"/>
            <ac:spMk id="2" creationId="{A5FD2438-B2C2-835C-1005-5D2CDCD24C99}"/>
          </ac:spMkLst>
        </pc:spChg>
        <pc:spChg chg="mod">
          <ac:chgData name="Aswini Chinnasamy" userId="747a38e629acba16" providerId="LiveId" clId="{7BC40E3E-8DCE-4B79-8DE2-DBD290D7FC7B}" dt="2026-07-30T03:59:54.577" v="649" actId="113"/>
          <ac:spMkLst>
            <pc:docMk/>
            <pc:sldMk cId="1637328591" sldId="306"/>
            <ac:spMk id="3" creationId="{D02532E8-AAA9-E2CD-8041-6E1665BBD613}"/>
          </ac:spMkLst>
        </pc:spChg>
      </pc:sldChg>
      <pc:sldChg chg="modSp new mod">
        <pc:chgData name="Aswini Chinnasamy" userId="747a38e629acba16" providerId="LiveId" clId="{7BC40E3E-8DCE-4B79-8DE2-DBD290D7FC7B}" dt="2026-07-30T04:01:00.626" v="717" actId="20577"/>
        <pc:sldMkLst>
          <pc:docMk/>
          <pc:sldMk cId="820308116" sldId="307"/>
        </pc:sldMkLst>
        <pc:spChg chg="mod">
          <ac:chgData name="Aswini Chinnasamy" userId="747a38e629acba16" providerId="LiveId" clId="{7BC40E3E-8DCE-4B79-8DE2-DBD290D7FC7B}" dt="2026-07-30T04:00:13.608" v="664" actId="20577"/>
          <ac:spMkLst>
            <pc:docMk/>
            <pc:sldMk cId="820308116" sldId="307"/>
            <ac:spMk id="2" creationId="{98DFADC4-4605-11E1-73DD-A14868D40867}"/>
          </ac:spMkLst>
        </pc:spChg>
        <pc:spChg chg="mod">
          <ac:chgData name="Aswini Chinnasamy" userId="747a38e629acba16" providerId="LiveId" clId="{7BC40E3E-8DCE-4B79-8DE2-DBD290D7FC7B}" dt="2026-07-30T04:01:00.626" v="717" actId="20577"/>
          <ac:spMkLst>
            <pc:docMk/>
            <pc:sldMk cId="820308116" sldId="307"/>
            <ac:spMk id="3" creationId="{9C2FCACD-ECD7-9DFF-90B4-3FA4C8C628A1}"/>
          </ac:spMkLst>
        </pc:spChg>
      </pc:sldChg>
      <pc:sldChg chg="modSp new mod">
        <pc:chgData name="Aswini Chinnasamy" userId="747a38e629acba16" providerId="LiveId" clId="{7BC40E3E-8DCE-4B79-8DE2-DBD290D7FC7B}" dt="2026-07-30T04:01:21.494" v="721" actId="5793"/>
        <pc:sldMkLst>
          <pc:docMk/>
          <pc:sldMk cId="2079687376" sldId="308"/>
        </pc:sldMkLst>
        <pc:spChg chg="mod">
          <ac:chgData name="Aswini Chinnasamy" userId="747a38e629acba16" providerId="LiveId" clId="{7BC40E3E-8DCE-4B79-8DE2-DBD290D7FC7B}" dt="2026-07-30T04:01:21.494" v="721" actId="5793"/>
          <ac:spMkLst>
            <pc:docMk/>
            <pc:sldMk cId="2079687376" sldId="308"/>
            <ac:spMk id="3" creationId="{E663D6EF-64F1-A75B-3B9C-24D4AE332D60}"/>
          </ac:spMkLst>
        </pc:spChg>
      </pc:sldChg>
      <pc:sldChg chg="delSp modSp new mod">
        <pc:chgData name="Aswini Chinnasamy" userId="747a38e629acba16" providerId="LiveId" clId="{7BC40E3E-8DCE-4B79-8DE2-DBD290D7FC7B}" dt="2026-07-30T04:03:01.828" v="738" actId="113"/>
        <pc:sldMkLst>
          <pc:docMk/>
          <pc:sldMk cId="1500487135" sldId="309"/>
        </pc:sldMkLst>
        <pc:spChg chg="mod">
          <ac:chgData name="Aswini Chinnasamy" userId="747a38e629acba16" providerId="LiveId" clId="{7BC40E3E-8DCE-4B79-8DE2-DBD290D7FC7B}" dt="2026-07-30T04:03:01.828" v="738" actId="113"/>
          <ac:spMkLst>
            <pc:docMk/>
            <pc:sldMk cId="1500487135" sldId="309"/>
            <ac:spMk id="3" creationId="{657D5755-50FF-F5C7-96DD-ACBFA7C4A9D7}"/>
          </ac:spMkLst>
        </pc:spChg>
      </pc:sldChg>
      <pc:sldChg chg="addSp modSp new mod">
        <pc:chgData name="Aswini Chinnasamy" userId="747a38e629acba16" providerId="LiveId" clId="{7BC40E3E-8DCE-4B79-8DE2-DBD290D7FC7B}" dt="2026-07-30T04:05:27.359" v="789" actId="122"/>
        <pc:sldMkLst>
          <pc:docMk/>
          <pc:sldMk cId="3233960931" sldId="310"/>
        </pc:sldMkLst>
        <pc:spChg chg="mod">
          <ac:chgData name="Aswini Chinnasamy" userId="747a38e629acba16" providerId="LiveId" clId="{7BC40E3E-8DCE-4B79-8DE2-DBD290D7FC7B}" dt="2026-07-30T04:03:48.006" v="748" actId="14100"/>
          <ac:spMkLst>
            <pc:docMk/>
            <pc:sldMk cId="3233960931" sldId="310"/>
            <ac:spMk id="2" creationId="{77664DAA-EFE6-D0D8-159F-20D5ED1D7503}"/>
          </ac:spMkLst>
        </pc:spChg>
        <pc:spChg chg="mod">
          <ac:chgData name="Aswini Chinnasamy" userId="747a38e629acba16" providerId="LiveId" clId="{7BC40E3E-8DCE-4B79-8DE2-DBD290D7FC7B}" dt="2026-07-30T04:04:57.922" v="783" actId="20577"/>
          <ac:spMkLst>
            <pc:docMk/>
            <pc:sldMk cId="3233960931" sldId="310"/>
            <ac:spMk id="3" creationId="{865B7816-E5AB-AB5D-07E0-6E2B47F3C594}"/>
          </ac:spMkLst>
        </pc:spChg>
        <pc:graphicFrameChg chg="add mod modGraphic">
          <ac:chgData name="Aswini Chinnasamy" userId="747a38e629acba16" providerId="LiveId" clId="{7BC40E3E-8DCE-4B79-8DE2-DBD290D7FC7B}" dt="2026-07-30T04:05:27.359" v="789" actId="122"/>
          <ac:graphicFrameMkLst>
            <pc:docMk/>
            <pc:sldMk cId="3233960931" sldId="310"/>
            <ac:graphicFrameMk id="4" creationId="{EF1DC986-23F6-967C-CD13-381109B6C445}"/>
          </ac:graphicFrameMkLst>
        </pc:graphicFrameChg>
      </pc:sldChg>
      <pc:sldChg chg="modSp new mod">
        <pc:chgData name="Aswini Chinnasamy" userId="747a38e629acba16" providerId="LiveId" clId="{7BC40E3E-8DCE-4B79-8DE2-DBD290D7FC7B}" dt="2026-07-30T04:08:00.290" v="842" actId="1076"/>
        <pc:sldMkLst>
          <pc:docMk/>
          <pc:sldMk cId="485455077" sldId="311"/>
        </pc:sldMkLst>
        <pc:spChg chg="mod">
          <ac:chgData name="Aswini Chinnasamy" userId="747a38e629acba16" providerId="LiveId" clId="{7BC40E3E-8DCE-4B79-8DE2-DBD290D7FC7B}" dt="2026-07-30T04:07:27.775" v="838" actId="20577"/>
          <ac:spMkLst>
            <pc:docMk/>
            <pc:sldMk cId="485455077" sldId="311"/>
            <ac:spMk id="2" creationId="{C48411FE-3816-CDC6-E743-EC18109227E0}"/>
          </ac:spMkLst>
        </pc:spChg>
        <pc:spChg chg="mod">
          <ac:chgData name="Aswini Chinnasamy" userId="747a38e629acba16" providerId="LiveId" clId="{7BC40E3E-8DCE-4B79-8DE2-DBD290D7FC7B}" dt="2026-07-30T04:08:00.290" v="842" actId="1076"/>
          <ac:spMkLst>
            <pc:docMk/>
            <pc:sldMk cId="485455077" sldId="311"/>
            <ac:spMk id="3" creationId="{80C16C03-073A-C344-7849-53FA45122460}"/>
          </ac:spMkLst>
        </pc:spChg>
      </pc:sldChg>
      <pc:sldChg chg="delSp modSp new mod">
        <pc:chgData name="Aswini Chinnasamy" userId="747a38e629acba16" providerId="LiveId" clId="{7BC40E3E-8DCE-4B79-8DE2-DBD290D7FC7B}" dt="2026-07-30T04:09:11.577" v="879" actId="20577"/>
        <pc:sldMkLst>
          <pc:docMk/>
          <pc:sldMk cId="87054691" sldId="312"/>
        </pc:sldMkLst>
        <pc:spChg chg="mod">
          <ac:chgData name="Aswini Chinnasamy" userId="747a38e629acba16" providerId="LiveId" clId="{7BC40E3E-8DCE-4B79-8DE2-DBD290D7FC7B}" dt="2026-07-30T04:09:11.577" v="879" actId="20577"/>
          <ac:spMkLst>
            <pc:docMk/>
            <pc:sldMk cId="87054691" sldId="312"/>
            <ac:spMk id="3" creationId="{A9D8B522-EB75-56F4-CDED-0781AB5F783B}"/>
          </ac:spMkLst>
        </pc:spChg>
      </pc:sldChg>
      <pc:sldChg chg="modSp new mod">
        <pc:chgData name="Aswini Chinnasamy" userId="747a38e629acba16" providerId="LiveId" clId="{7BC40E3E-8DCE-4B79-8DE2-DBD290D7FC7B}" dt="2026-07-30T08:12:21.454" v="1044" actId="2710"/>
        <pc:sldMkLst>
          <pc:docMk/>
          <pc:sldMk cId="4235866531" sldId="313"/>
        </pc:sldMkLst>
        <pc:spChg chg="mod">
          <ac:chgData name="Aswini Chinnasamy" userId="747a38e629acba16" providerId="LiveId" clId="{7BC40E3E-8DCE-4B79-8DE2-DBD290D7FC7B}" dt="2026-07-30T04:47:56.032" v="907" actId="14100"/>
          <ac:spMkLst>
            <pc:docMk/>
            <pc:sldMk cId="4235866531" sldId="313"/>
            <ac:spMk id="2" creationId="{B31822BB-FA93-6BFE-9997-06340FEEE017}"/>
          </ac:spMkLst>
        </pc:spChg>
        <pc:spChg chg="mod">
          <ac:chgData name="Aswini Chinnasamy" userId="747a38e629acba16" providerId="LiveId" clId="{7BC40E3E-8DCE-4B79-8DE2-DBD290D7FC7B}" dt="2026-07-30T08:12:21.454" v="1044" actId="2710"/>
          <ac:spMkLst>
            <pc:docMk/>
            <pc:sldMk cId="4235866531" sldId="313"/>
            <ac:spMk id="3" creationId="{0E74BE53-360C-EAF5-CFFD-0E176986F58E}"/>
          </ac:spMkLst>
        </pc:spChg>
      </pc:sldChg>
      <pc:sldChg chg="addSp delSp modSp new mod ord">
        <pc:chgData name="Aswini Chinnasamy" userId="747a38e629acba16" providerId="LiveId" clId="{7BC40E3E-8DCE-4B79-8DE2-DBD290D7FC7B}" dt="2026-08-04T15:58:07.025" v="1354"/>
        <pc:sldMkLst>
          <pc:docMk/>
          <pc:sldMk cId="107019697" sldId="314"/>
        </pc:sldMkLst>
        <pc:spChg chg="mod">
          <ac:chgData name="Aswini Chinnasamy" userId="747a38e629acba16" providerId="LiveId" clId="{7BC40E3E-8DCE-4B79-8DE2-DBD290D7FC7B}" dt="2026-07-30T04:49:50.116" v="957" actId="20577"/>
          <ac:spMkLst>
            <pc:docMk/>
            <pc:sldMk cId="107019697" sldId="314"/>
            <ac:spMk id="2" creationId="{1830EBCB-1F77-3104-15E4-FB54A3C543CA}"/>
          </ac:spMkLst>
        </pc:spChg>
        <pc:graphicFrameChg chg="add mod modGraphic">
          <ac:chgData name="Aswini Chinnasamy" userId="747a38e629acba16" providerId="LiveId" clId="{7BC40E3E-8DCE-4B79-8DE2-DBD290D7FC7B}" dt="2026-07-30T04:51:35.165" v="996"/>
          <ac:graphicFrameMkLst>
            <pc:docMk/>
            <pc:sldMk cId="107019697" sldId="314"/>
            <ac:graphicFrameMk id="4" creationId="{01DA0E23-E17C-833D-1D1A-746E3032C932}"/>
          </ac:graphicFrameMkLst>
        </pc:graphicFrameChg>
      </pc:sldChg>
      <pc:sldChg chg="delSp modSp new mod">
        <pc:chgData name="Aswini Chinnasamy" userId="747a38e629acba16" providerId="LiveId" clId="{7BC40E3E-8DCE-4B79-8DE2-DBD290D7FC7B}" dt="2026-07-30T04:54:54.539" v="1005" actId="20577"/>
        <pc:sldMkLst>
          <pc:docMk/>
          <pc:sldMk cId="1862241262" sldId="315"/>
        </pc:sldMkLst>
        <pc:spChg chg="mod">
          <ac:chgData name="Aswini Chinnasamy" userId="747a38e629acba16" providerId="LiveId" clId="{7BC40E3E-8DCE-4B79-8DE2-DBD290D7FC7B}" dt="2026-07-30T04:54:54.539" v="1005" actId="20577"/>
          <ac:spMkLst>
            <pc:docMk/>
            <pc:sldMk cId="1862241262" sldId="315"/>
            <ac:spMk id="3" creationId="{C3BD82F2-BAC2-34C3-6656-98C6D7ACFC63}"/>
          </ac:spMkLst>
        </pc:spChg>
      </pc:sldChg>
      <pc:sldChg chg="addSp delSp modSp new mod">
        <pc:chgData name="Aswini Chinnasamy" userId="747a38e629acba16" providerId="LiveId" clId="{7BC40E3E-8DCE-4B79-8DE2-DBD290D7FC7B}" dt="2026-07-30T04:56:52.502" v="1043" actId="1076"/>
        <pc:sldMkLst>
          <pc:docMk/>
          <pc:sldMk cId="2984351237" sldId="316"/>
        </pc:sldMkLst>
        <pc:spChg chg="mod">
          <ac:chgData name="Aswini Chinnasamy" userId="747a38e629acba16" providerId="LiveId" clId="{7BC40E3E-8DCE-4B79-8DE2-DBD290D7FC7B}" dt="2026-07-30T04:56:52.502" v="1043" actId="1076"/>
          <ac:spMkLst>
            <pc:docMk/>
            <pc:sldMk cId="2984351237" sldId="316"/>
            <ac:spMk id="2" creationId="{CAF55844-B6B2-829D-801D-34A97E232815}"/>
          </ac:spMkLst>
        </pc:spChg>
        <pc:picChg chg="add mod ord">
          <ac:chgData name="Aswini Chinnasamy" userId="747a38e629acba16" providerId="LiveId" clId="{7BC40E3E-8DCE-4B79-8DE2-DBD290D7FC7B}" dt="2026-07-30T04:56:41.751" v="1042" actId="1076"/>
          <ac:picMkLst>
            <pc:docMk/>
            <pc:sldMk cId="2984351237" sldId="316"/>
            <ac:picMk id="5" creationId="{699C891C-0BAE-A686-F40B-09C22DB91ECA}"/>
          </ac:picMkLst>
        </pc:picChg>
      </pc:sldChg>
      <pc:sldChg chg="modSp new mod">
        <pc:chgData name="Aswini Chinnasamy" userId="747a38e629acba16" providerId="LiveId" clId="{7BC40E3E-8DCE-4B79-8DE2-DBD290D7FC7B}" dt="2026-08-03T07:40:55.833" v="1190" actId="20577"/>
        <pc:sldMkLst>
          <pc:docMk/>
          <pc:sldMk cId="250694588" sldId="317"/>
        </pc:sldMkLst>
        <pc:spChg chg="mod">
          <ac:chgData name="Aswini Chinnasamy" userId="747a38e629acba16" providerId="LiveId" clId="{7BC40E3E-8DCE-4B79-8DE2-DBD290D7FC7B}" dt="2026-07-30T08:13:41.964" v="1065" actId="14100"/>
          <ac:spMkLst>
            <pc:docMk/>
            <pc:sldMk cId="250694588" sldId="317"/>
            <ac:spMk id="2" creationId="{9AFFBA62-A8B9-EACC-0838-E7D3E4CFE4F0}"/>
          </ac:spMkLst>
        </pc:spChg>
        <pc:spChg chg="mod">
          <ac:chgData name="Aswini Chinnasamy" userId="747a38e629acba16" providerId="LiveId" clId="{7BC40E3E-8DCE-4B79-8DE2-DBD290D7FC7B}" dt="2026-08-03T07:40:55.833" v="1190" actId="20577"/>
          <ac:spMkLst>
            <pc:docMk/>
            <pc:sldMk cId="250694588" sldId="317"/>
            <ac:spMk id="3" creationId="{EAB13E13-11D0-CE4B-30EF-6C85FCC6E496}"/>
          </ac:spMkLst>
        </pc:spChg>
      </pc:sldChg>
      <pc:sldChg chg="modSp new mod">
        <pc:chgData name="Aswini Chinnasamy" userId="747a38e629acba16" providerId="LiveId" clId="{7BC40E3E-8DCE-4B79-8DE2-DBD290D7FC7B}" dt="2026-07-31T04:23:26.763" v="1104" actId="14100"/>
        <pc:sldMkLst>
          <pc:docMk/>
          <pc:sldMk cId="2730137529" sldId="318"/>
        </pc:sldMkLst>
        <pc:spChg chg="mod">
          <ac:chgData name="Aswini Chinnasamy" userId="747a38e629acba16" providerId="LiveId" clId="{7BC40E3E-8DCE-4B79-8DE2-DBD290D7FC7B}" dt="2026-07-31T04:19:32.116" v="1081" actId="1076"/>
          <ac:spMkLst>
            <pc:docMk/>
            <pc:sldMk cId="2730137529" sldId="318"/>
            <ac:spMk id="2" creationId="{BB1CAC7C-F4C8-DDCF-5A5A-F5D7874D5404}"/>
          </ac:spMkLst>
        </pc:spChg>
        <pc:spChg chg="mod">
          <ac:chgData name="Aswini Chinnasamy" userId="747a38e629acba16" providerId="LiveId" clId="{7BC40E3E-8DCE-4B79-8DE2-DBD290D7FC7B}" dt="2026-07-31T04:23:26.763" v="1104" actId="14100"/>
          <ac:spMkLst>
            <pc:docMk/>
            <pc:sldMk cId="2730137529" sldId="318"/>
            <ac:spMk id="3" creationId="{9CCD0E00-0F7D-868E-693E-5C571F9474CE}"/>
          </ac:spMkLst>
        </pc:spChg>
      </pc:sldChg>
      <pc:sldChg chg="delSp modSp new mod">
        <pc:chgData name="Aswini Chinnasamy" userId="747a38e629acba16" providerId="LiveId" clId="{7BC40E3E-8DCE-4B79-8DE2-DBD290D7FC7B}" dt="2026-07-31T04:25:55.795" v="1115"/>
        <pc:sldMkLst>
          <pc:docMk/>
          <pc:sldMk cId="776951430" sldId="319"/>
        </pc:sldMkLst>
        <pc:spChg chg="mod">
          <ac:chgData name="Aswini Chinnasamy" userId="747a38e629acba16" providerId="LiveId" clId="{7BC40E3E-8DCE-4B79-8DE2-DBD290D7FC7B}" dt="2026-07-31T04:25:55.795" v="1115"/>
          <ac:spMkLst>
            <pc:docMk/>
            <pc:sldMk cId="776951430" sldId="319"/>
            <ac:spMk id="3" creationId="{4DF47A95-4F57-2ABC-9850-B1A76A7F733C}"/>
          </ac:spMkLst>
        </pc:spChg>
      </pc:sldChg>
      <pc:sldChg chg="modSp new mod">
        <pc:chgData name="Aswini Chinnasamy" userId="747a38e629acba16" providerId="LiveId" clId="{7BC40E3E-8DCE-4B79-8DE2-DBD290D7FC7B}" dt="2026-07-31T04:28:24.146" v="1134" actId="20577"/>
        <pc:sldMkLst>
          <pc:docMk/>
          <pc:sldMk cId="1247622263" sldId="320"/>
        </pc:sldMkLst>
        <pc:spChg chg="mod">
          <ac:chgData name="Aswini Chinnasamy" userId="747a38e629acba16" providerId="LiveId" clId="{7BC40E3E-8DCE-4B79-8DE2-DBD290D7FC7B}" dt="2026-07-31T04:27:27.915" v="1123" actId="1076"/>
          <ac:spMkLst>
            <pc:docMk/>
            <pc:sldMk cId="1247622263" sldId="320"/>
            <ac:spMk id="2" creationId="{A3B74019-0C78-9CB4-DA0F-DF400CC1259B}"/>
          </ac:spMkLst>
        </pc:spChg>
        <pc:spChg chg="mod">
          <ac:chgData name="Aswini Chinnasamy" userId="747a38e629acba16" providerId="LiveId" clId="{7BC40E3E-8DCE-4B79-8DE2-DBD290D7FC7B}" dt="2026-07-31T04:28:24.146" v="1134" actId="20577"/>
          <ac:spMkLst>
            <pc:docMk/>
            <pc:sldMk cId="1247622263" sldId="320"/>
            <ac:spMk id="3" creationId="{1EF5E505-19B9-C748-C180-7A0CD2FF0671}"/>
          </ac:spMkLst>
        </pc:spChg>
      </pc:sldChg>
      <pc:sldChg chg="delSp modSp new mod">
        <pc:chgData name="Aswini Chinnasamy" userId="747a38e629acba16" providerId="LiveId" clId="{7BC40E3E-8DCE-4B79-8DE2-DBD290D7FC7B}" dt="2026-07-31T04:33:44.850" v="1147"/>
        <pc:sldMkLst>
          <pc:docMk/>
          <pc:sldMk cId="3942103682" sldId="321"/>
        </pc:sldMkLst>
        <pc:spChg chg="mod">
          <ac:chgData name="Aswini Chinnasamy" userId="747a38e629acba16" providerId="LiveId" clId="{7BC40E3E-8DCE-4B79-8DE2-DBD290D7FC7B}" dt="2026-07-31T04:33:44.850" v="1147"/>
          <ac:spMkLst>
            <pc:docMk/>
            <pc:sldMk cId="3942103682" sldId="321"/>
            <ac:spMk id="3" creationId="{F3F80732-3676-C3DD-63E5-ACB39E73A058}"/>
          </ac:spMkLst>
        </pc:spChg>
      </pc:sldChg>
      <pc:sldChg chg="addSp delSp modSp new mod">
        <pc:chgData name="Aswini Chinnasamy" userId="747a38e629acba16" providerId="LiveId" clId="{7BC40E3E-8DCE-4B79-8DE2-DBD290D7FC7B}" dt="2026-07-31T05:30:11.662" v="1156" actId="14100"/>
        <pc:sldMkLst>
          <pc:docMk/>
          <pc:sldMk cId="1206799871" sldId="322"/>
        </pc:sldMkLst>
        <pc:picChg chg="add mod ord">
          <ac:chgData name="Aswini Chinnasamy" userId="747a38e629acba16" providerId="LiveId" clId="{7BC40E3E-8DCE-4B79-8DE2-DBD290D7FC7B}" dt="2026-07-31T05:30:11.662" v="1156" actId="14100"/>
          <ac:picMkLst>
            <pc:docMk/>
            <pc:sldMk cId="1206799871" sldId="322"/>
            <ac:picMk id="5" creationId="{EB4896F7-BC2F-3A39-2FE7-021EC0ABF394}"/>
          </ac:picMkLst>
        </pc:picChg>
      </pc:sldChg>
      <pc:sldChg chg="addSp delSp modSp new mod">
        <pc:chgData name="Aswini Chinnasamy" userId="747a38e629acba16" providerId="LiveId" clId="{7BC40E3E-8DCE-4B79-8DE2-DBD290D7FC7B}" dt="2026-07-31T05:31:08.035" v="1166" actId="14100"/>
        <pc:sldMkLst>
          <pc:docMk/>
          <pc:sldMk cId="4124216669" sldId="323"/>
        </pc:sldMkLst>
        <pc:picChg chg="add mod ord">
          <ac:chgData name="Aswini Chinnasamy" userId="747a38e629acba16" providerId="LiveId" clId="{7BC40E3E-8DCE-4B79-8DE2-DBD290D7FC7B}" dt="2026-07-31T05:31:08.035" v="1166" actId="14100"/>
          <ac:picMkLst>
            <pc:docMk/>
            <pc:sldMk cId="4124216669" sldId="323"/>
            <ac:picMk id="5" creationId="{906A84FA-02BB-5FAE-A0AF-3F4549BF0F4B}"/>
          </ac:picMkLst>
        </pc:picChg>
      </pc:sldChg>
      <pc:sldChg chg="new del">
        <pc:chgData name="Aswini Chinnasamy" userId="747a38e629acba16" providerId="LiveId" clId="{7BC40E3E-8DCE-4B79-8DE2-DBD290D7FC7B}" dt="2026-08-04T15:51:46.752" v="1349" actId="47"/>
        <pc:sldMkLst>
          <pc:docMk/>
          <pc:sldMk cId="2973446419" sldId="324"/>
        </pc:sldMkLst>
      </pc:sldChg>
      <pc:sldChg chg="addSp delSp modSp new mod">
        <pc:chgData name="Aswini Chinnasamy" userId="747a38e629acba16" providerId="LiveId" clId="{7BC40E3E-8DCE-4B79-8DE2-DBD290D7FC7B}" dt="2026-07-31T07:35:43.980" v="1174" actId="1076"/>
        <pc:sldMkLst>
          <pc:docMk/>
          <pc:sldMk cId="299349153" sldId="325"/>
        </pc:sldMkLst>
        <pc:graphicFrameChg chg="add mod modGraphic">
          <ac:chgData name="Aswini Chinnasamy" userId="747a38e629acba16" providerId="LiveId" clId="{7BC40E3E-8DCE-4B79-8DE2-DBD290D7FC7B}" dt="2026-07-31T07:35:43.980" v="1174" actId="1076"/>
          <ac:graphicFrameMkLst>
            <pc:docMk/>
            <pc:sldMk cId="299349153" sldId="325"/>
            <ac:graphicFrameMk id="4" creationId="{F6257958-86DC-8425-7BDD-431A0F921FE9}"/>
          </ac:graphicFrameMkLst>
        </pc:graphicFrameChg>
      </pc:sldChg>
      <pc:sldChg chg="addSp delSp modSp new mod">
        <pc:chgData name="Aswini Chinnasamy" userId="747a38e629acba16" providerId="LiveId" clId="{7BC40E3E-8DCE-4B79-8DE2-DBD290D7FC7B}" dt="2026-08-03T07:44:31.587" v="1222" actId="113"/>
        <pc:sldMkLst>
          <pc:docMk/>
          <pc:sldMk cId="991693092" sldId="326"/>
        </pc:sldMkLst>
        <pc:spChg chg="add mod">
          <ac:chgData name="Aswini Chinnasamy" userId="747a38e629acba16" providerId="LiveId" clId="{7BC40E3E-8DCE-4B79-8DE2-DBD290D7FC7B}" dt="2026-08-03T07:42:14.171" v="1203" actId="255"/>
          <ac:spMkLst>
            <pc:docMk/>
            <pc:sldMk cId="991693092" sldId="326"/>
            <ac:spMk id="6" creationId="{E1C5D783-A4E4-A444-1007-1EEF23A8F024}"/>
          </ac:spMkLst>
        </pc:spChg>
        <pc:graphicFrameChg chg="add mod modGraphic">
          <ac:chgData name="Aswini Chinnasamy" userId="747a38e629acba16" providerId="LiveId" clId="{7BC40E3E-8DCE-4B79-8DE2-DBD290D7FC7B}" dt="2026-08-03T07:44:24.594" v="1219" actId="113"/>
          <ac:graphicFrameMkLst>
            <pc:docMk/>
            <pc:sldMk cId="991693092" sldId="326"/>
            <ac:graphicFrameMk id="4" creationId="{8EC5A96A-F222-EC7C-53E9-CF1BE1356150}"/>
          </ac:graphicFrameMkLst>
        </pc:graphicFrameChg>
        <pc:graphicFrameChg chg="add mod modGraphic">
          <ac:chgData name="Aswini Chinnasamy" userId="747a38e629acba16" providerId="LiveId" clId="{7BC40E3E-8DCE-4B79-8DE2-DBD290D7FC7B}" dt="2026-08-03T07:44:31.587" v="1222" actId="113"/>
          <ac:graphicFrameMkLst>
            <pc:docMk/>
            <pc:sldMk cId="991693092" sldId="326"/>
            <ac:graphicFrameMk id="7" creationId="{34A89A81-C80B-E216-E917-49738FC4841D}"/>
          </ac:graphicFrameMkLst>
        </pc:graphicFrameChg>
      </pc:sldChg>
      <pc:sldChg chg="addSp modSp new del mod">
        <pc:chgData name="Aswini Chinnasamy" userId="747a38e629acba16" providerId="LiveId" clId="{7BC40E3E-8DCE-4B79-8DE2-DBD290D7FC7B}" dt="2026-08-04T16:07:44.287" v="1394" actId="47"/>
        <pc:sldMkLst>
          <pc:docMk/>
          <pc:sldMk cId="468936712" sldId="327"/>
        </pc:sldMkLst>
      </pc:sldChg>
      <pc:sldChg chg="delSp modSp new mod">
        <pc:chgData name="Aswini Chinnasamy" userId="747a38e629acba16" providerId="LiveId" clId="{7BC40E3E-8DCE-4B79-8DE2-DBD290D7FC7B}" dt="2026-08-05T05:18:39.147" v="1757" actId="27636"/>
        <pc:sldMkLst>
          <pc:docMk/>
          <pc:sldMk cId="2302441326" sldId="328"/>
        </pc:sldMkLst>
        <pc:spChg chg="mod">
          <ac:chgData name="Aswini Chinnasamy" userId="747a38e629acba16" providerId="LiveId" clId="{7BC40E3E-8DCE-4B79-8DE2-DBD290D7FC7B}" dt="2026-08-05T05:18:39.147" v="1757" actId="27636"/>
          <ac:spMkLst>
            <pc:docMk/>
            <pc:sldMk cId="2302441326" sldId="328"/>
            <ac:spMk id="3" creationId="{7B6C094F-0835-7E04-20D5-8A909A68755A}"/>
          </ac:spMkLst>
        </pc:spChg>
      </pc:sldChg>
      <pc:sldChg chg="addSp delSp modSp new mod">
        <pc:chgData name="Aswini Chinnasamy" userId="747a38e629acba16" providerId="LiveId" clId="{7BC40E3E-8DCE-4B79-8DE2-DBD290D7FC7B}" dt="2026-08-05T06:31:49.800" v="2190" actId="113"/>
        <pc:sldMkLst>
          <pc:docMk/>
          <pc:sldMk cId="704088412" sldId="329"/>
        </pc:sldMkLst>
        <pc:spChg chg="mod">
          <ac:chgData name="Aswini Chinnasamy" userId="747a38e629acba16" providerId="LiveId" clId="{7BC40E3E-8DCE-4B79-8DE2-DBD290D7FC7B}" dt="2026-08-05T06:31:49.800" v="2190" actId="113"/>
          <ac:spMkLst>
            <pc:docMk/>
            <pc:sldMk cId="704088412" sldId="329"/>
            <ac:spMk id="3" creationId="{3CD947B4-A09B-A5C3-A20A-C7BA9263BF94}"/>
          </ac:spMkLst>
        </pc:spChg>
        <pc:graphicFrameChg chg="add mod modGraphic">
          <ac:chgData name="Aswini Chinnasamy" userId="747a38e629acba16" providerId="LiveId" clId="{7BC40E3E-8DCE-4B79-8DE2-DBD290D7FC7B}" dt="2026-08-03T07:46:58.956" v="1253" actId="113"/>
          <ac:graphicFrameMkLst>
            <pc:docMk/>
            <pc:sldMk cId="704088412" sldId="329"/>
            <ac:graphicFrameMk id="8" creationId="{013E35F6-C0A8-ECC0-1950-940A8150D98B}"/>
          </ac:graphicFrameMkLst>
        </pc:graphicFrameChg>
        <pc:graphicFrameChg chg="add mod modGraphic">
          <ac:chgData name="Aswini Chinnasamy" userId="747a38e629acba16" providerId="LiveId" clId="{7BC40E3E-8DCE-4B79-8DE2-DBD290D7FC7B}" dt="2026-08-03T07:50:18.373" v="1265"/>
          <ac:graphicFrameMkLst>
            <pc:docMk/>
            <pc:sldMk cId="704088412" sldId="329"/>
            <ac:graphicFrameMk id="9" creationId="{88414249-8F19-0763-0A63-D39AC875380D}"/>
          </ac:graphicFrameMkLst>
        </pc:graphicFrameChg>
      </pc:sldChg>
      <pc:sldChg chg="delSp modSp new mod">
        <pc:chgData name="Aswini Chinnasamy" userId="747a38e629acba16" providerId="LiveId" clId="{7BC40E3E-8DCE-4B79-8DE2-DBD290D7FC7B}" dt="2026-08-03T07:51:03.130" v="1272"/>
        <pc:sldMkLst>
          <pc:docMk/>
          <pc:sldMk cId="2482410249" sldId="330"/>
        </pc:sldMkLst>
        <pc:spChg chg="mod">
          <ac:chgData name="Aswini Chinnasamy" userId="747a38e629acba16" providerId="LiveId" clId="{7BC40E3E-8DCE-4B79-8DE2-DBD290D7FC7B}" dt="2026-08-03T07:51:03.130" v="1272"/>
          <ac:spMkLst>
            <pc:docMk/>
            <pc:sldMk cId="2482410249" sldId="330"/>
            <ac:spMk id="3" creationId="{7115FF59-A7BF-D55C-5911-EFF1CA767454}"/>
          </ac:spMkLst>
        </pc:spChg>
      </pc:sldChg>
      <pc:sldChg chg="addSp delSp modSp new mod">
        <pc:chgData name="Aswini Chinnasamy" userId="747a38e629acba16" providerId="LiveId" clId="{7BC40E3E-8DCE-4B79-8DE2-DBD290D7FC7B}" dt="2026-08-03T07:53:35.374" v="1291" actId="20577"/>
        <pc:sldMkLst>
          <pc:docMk/>
          <pc:sldMk cId="204926428" sldId="331"/>
        </pc:sldMkLst>
        <pc:spChg chg="mod">
          <ac:chgData name="Aswini Chinnasamy" userId="747a38e629acba16" providerId="LiveId" clId="{7BC40E3E-8DCE-4B79-8DE2-DBD290D7FC7B}" dt="2026-08-03T07:52:00.070" v="1274"/>
          <ac:spMkLst>
            <pc:docMk/>
            <pc:sldMk cId="204926428" sldId="331"/>
            <ac:spMk id="2" creationId="{B77D4CFA-EDCD-B8E8-7355-F32B031B9BDD}"/>
          </ac:spMkLst>
        </pc:spChg>
        <pc:spChg chg="add mod">
          <ac:chgData name="Aswini Chinnasamy" userId="747a38e629acba16" providerId="LiveId" clId="{7BC40E3E-8DCE-4B79-8DE2-DBD290D7FC7B}" dt="2026-08-03T07:53:35.374" v="1291" actId="20577"/>
          <ac:spMkLst>
            <pc:docMk/>
            <pc:sldMk cId="204926428" sldId="331"/>
            <ac:spMk id="6" creationId="{B582CEBB-1AFE-DB9F-16C1-879D3DF9D204}"/>
          </ac:spMkLst>
        </pc:spChg>
        <pc:graphicFrameChg chg="add mod modGraphic">
          <ac:chgData name="Aswini Chinnasamy" userId="747a38e629acba16" providerId="LiveId" clId="{7BC40E3E-8DCE-4B79-8DE2-DBD290D7FC7B}" dt="2026-08-03T07:52:59.412" v="1284" actId="1076"/>
          <ac:graphicFrameMkLst>
            <pc:docMk/>
            <pc:sldMk cId="204926428" sldId="331"/>
            <ac:graphicFrameMk id="4" creationId="{56B7ED3A-624C-2F72-AD57-7AF6AFEC99AF}"/>
          </ac:graphicFrameMkLst>
        </pc:graphicFrameChg>
      </pc:sldChg>
      <pc:sldChg chg="delSp modSp new mod">
        <pc:chgData name="Aswini Chinnasamy" userId="747a38e629acba16" providerId="LiveId" clId="{7BC40E3E-8DCE-4B79-8DE2-DBD290D7FC7B}" dt="2026-08-03T07:53:57.732" v="1297"/>
        <pc:sldMkLst>
          <pc:docMk/>
          <pc:sldMk cId="2136590783" sldId="332"/>
        </pc:sldMkLst>
        <pc:spChg chg="mod">
          <ac:chgData name="Aswini Chinnasamy" userId="747a38e629acba16" providerId="LiveId" clId="{7BC40E3E-8DCE-4B79-8DE2-DBD290D7FC7B}" dt="2026-08-03T07:53:57.732" v="1297"/>
          <ac:spMkLst>
            <pc:docMk/>
            <pc:sldMk cId="2136590783" sldId="332"/>
            <ac:spMk id="3" creationId="{C5D404B6-A1E6-314D-727E-6F18D846FB52}"/>
          </ac:spMkLst>
        </pc:spChg>
      </pc:sldChg>
      <pc:sldChg chg="addSp delSp modSp new mod">
        <pc:chgData name="Aswini Chinnasamy" userId="747a38e629acba16" providerId="LiveId" clId="{7BC40E3E-8DCE-4B79-8DE2-DBD290D7FC7B}" dt="2026-08-03T07:56:54.605" v="1317" actId="255"/>
        <pc:sldMkLst>
          <pc:docMk/>
          <pc:sldMk cId="3428764337" sldId="333"/>
        </pc:sldMkLst>
        <pc:spChg chg="mod">
          <ac:chgData name="Aswini Chinnasamy" userId="747a38e629acba16" providerId="LiveId" clId="{7BC40E3E-8DCE-4B79-8DE2-DBD290D7FC7B}" dt="2026-08-03T07:55:36.744" v="1308" actId="1076"/>
          <ac:spMkLst>
            <pc:docMk/>
            <pc:sldMk cId="3428764337" sldId="333"/>
            <ac:spMk id="2" creationId="{CB1DB18B-8F50-B0F8-63AC-0AE8EAE29DAC}"/>
          </ac:spMkLst>
        </pc:spChg>
        <pc:spChg chg="add mod">
          <ac:chgData name="Aswini Chinnasamy" userId="747a38e629acba16" providerId="LiveId" clId="{7BC40E3E-8DCE-4B79-8DE2-DBD290D7FC7B}" dt="2026-08-03T07:56:54.605" v="1317" actId="255"/>
          <ac:spMkLst>
            <pc:docMk/>
            <pc:sldMk cId="3428764337" sldId="333"/>
            <ac:spMk id="6" creationId="{F13A0AFA-92B7-5E88-F2E9-F6907F44E20E}"/>
          </ac:spMkLst>
        </pc:spChg>
        <pc:graphicFrameChg chg="add mod modGraphic">
          <ac:chgData name="Aswini Chinnasamy" userId="747a38e629acba16" providerId="LiveId" clId="{7BC40E3E-8DCE-4B79-8DE2-DBD290D7FC7B}" dt="2026-08-03T07:55:39.905" v="1309" actId="1076"/>
          <ac:graphicFrameMkLst>
            <pc:docMk/>
            <pc:sldMk cId="3428764337" sldId="333"/>
            <ac:graphicFrameMk id="4" creationId="{B8EEA96F-3381-E2ED-7185-BCC5E55E5AE4}"/>
          </ac:graphicFrameMkLst>
        </pc:graphicFrameChg>
      </pc:sldChg>
      <pc:sldChg chg="delSp modSp new mod">
        <pc:chgData name="Aswini Chinnasamy" userId="747a38e629acba16" providerId="LiveId" clId="{7BC40E3E-8DCE-4B79-8DE2-DBD290D7FC7B}" dt="2026-08-03T07:58:05.564" v="1335" actId="27636"/>
        <pc:sldMkLst>
          <pc:docMk/>
          <pc:sldMk cId="2290217132" sldId="334"/>
        </pc:sldMkLst>
        <pc:spChg chg="mod">
          <ac:chgData name="Aswini Chinnasamy" userId="747a38e629acba16" providerId="LiveId" clId="{7BC40E3E-8DCE-4B79-8DE2-DBD290D7FC7B}" dt="2026-08-03T07:58:05.564" v="1335" actId="27636"/>
          <ac:spMkLst>
            <pc:docMk/>
            <pc:sldMk cId="2290217132" sldId="334"/>
            <ac:spMk id="3" creationId="{72CD53B9-5736-8BF7-C002-64FAA25BB0A5}"/>
          </ac:spMkLst>
        </pc:spChg>
      </pc:sldChg>
      <pc:sldChg chg="modSp new mod">
        <pc:chgData name="Aswini Chinnasamy" userId="747a38e629acba16" providerId="LiveId" clId="{7BC40E3E-8DCE-4B79-8DE2-DBD290D7FC7B}" dt="2026-08-03T07:59:59.832" v="1348" actId="5793"/>
        <pc:sldMkLst>
          <pc:docMk/>
          <pc:sldMk cId="1894856027" sldId="335"/>
        </pc:sldMkLst>
        <pc:spChg chg="mod">
          <ac:chgData name="Aswini Chinnasamy" userId="747a38e629acba16" providerId="LiveId" clId="{7BC40E3E-8DCE-4B79-8DE2-DBD290D7FC7B}" dt="2026-08-03T07:58:16.956" v="1337"/>
          <ac:spMkLst>
            <pc:docMk/>
            <pc:sldMk cId="1894856027" sldId="335"/>
            <ac:spMk id="2" creationId="{B3F27F65-6D12-4D60-3691-A10FC33E0829}"/>
          </ac:spMkLst>
        </pc:spChg>
        <pc:spChg chg="mod">
          <ac:chgData name="Aswini Chinnasamy" userId="747a38e629acba16" providerId="LiveId" clId="{7BC40E3E-8DCE-4B79-8DE2-DBD290D7FC7B}" dt="2026-08-03T07:59:59.832" v="1348" actId="5793"/>
          <ac:spMkLst>
            <pc:docMk/>
            <pc:sldMk cId="1894856027" sldId="335"/>
            <ac:spMk id="3" creationId="{7D2AAE65-14F3-A299-0430-EB04F4929DA2}"/>
          </ac:spMkLst>
        </pc:spChg>
      </pc:sldChg>
      <pc:sldChg chg="addSp delSp modSp new mod">
        <pc:chgData name="Aswini Chinnasamy" userId="747a38e629acba16" providerId="LiveId" clId="{7BC40E3E-8DCE-4B79-8DE2-DBD290D7FC7B}" dt="2026-08-04T16:03:10.697" v="1380" actId="207"/>
        <pc:sldMkLst>
          <pc:docMk/>
          <pc:sldMk cId="2320233754" sldId="336"/>
        </pc:sldMkLst>
        <pc:spChg chg="del">
          <ac:chgData name="Aswini Chinnasamy" userId="747a38e629acba16" providerId="LiveId" clId="{7BC40E3E-8DCE-4B79-8DE2-DBD290D7FC7B}" dt="2026-08-04T16:00:21.045" v="1357" actId="478"/>
          <ac:spMkLst>
            <pc:docMk/>
            <pc:sldMk cId="2320233754" sldId="336"/>
            <ac:spMk id="2" creationId="{6F6FC634-E799-44DF-9F27-97A438220F62}"/>
          </ac:spMkLst>
        </pc:spChg>
        <pc:spChg chg="mod">
          <ac:chgData name="Aswini Chinnasamy" userId="747a38e629acba16" providerId="LiveId" clId="{7BC40E3E-8DCE-4B79-8DE2-DBD290D7FC7B}" dt="2026-08-04T16:01:36.018" v="1372"/>
          <ac:spMkLst>
            <pc:docMk/>
            <pc:sldMk cId="2320233754" sldId="336"/>
            <ac:spMk id="3" creationId="{A7211ABE-057D-1BE9-A0FF-DB354B297107}"/>
          </ac:spMkLst>
        </pc:spChg>
        <pc:graphicFrameChg chg="add mod modGraphic">
          <ac:chgData name="Aswini Chinnasamy" userId="747a38e629acba16" providerId="LiveId" clId="{7BC40E3E-8DCE-4B79-8DE2-DBD290D7FC7B}" dt="2026-08-04T16:03:10.697" v="1380" actId="207"/>
          <ac:graphicFrameMkLst>
            <pc:docMk/>
            <pc:sldMk cId="2320233754" sldId="336"/>
            <ac:graphicFrameMk id="4" creationId="{C49D0A53-1787-EF2D-9ED8-059080B5E9E4}"/>
          </ac:graphicFrameMkLst>
        </pc:graphicFrameChg>
      </pc:sldChg>
      <pc:sldChg chg="new del">
        <pc:chgData name="Aswini Chinnasamy" userId="747a38e629acba16" providerId="LiveId" clId="{7BC40E3E-8DCE-4B79-8DE2-DBD290D7FC7B}" dt="2026-08-04T15:58:41.278" v="1355" actId="47"/>
        <pc:sldMkLst>
          <pc:docMk/>
          <pc:sldMk cId="3961689431" sldId="336"/>
        </pc:sldMkLst>
      </pc:sldChg>
      <pc:sldChg chg="delSp modSp new mod">
        <pc:chgData name="Aswini Chinnasamy" userId="747a38e629acba16" providerId="LiveId" clId="{7BC40E3E-8DCE-4B79-8DE2-DBD290D7FC7B}" dt="2026-08-04T16:07:50.631" v="1395" actId="1076"/>
        <pc:sldMkLst>
          <pc:docMk/>
          <pc:sldMk cId="724405510" sldId="337"/>
        </pc:sldMkLst>
        <pc:spChg chg="del">
          <ac:chgData name="Aswini Chinnasamy" userId="747a38e629acba16" providerId="LiveId" clId="{7BC40E3E-8DCE-4B79-8DE2-DBD290D7FC7B}" dt="2026-08-04T16:06:29.761" v="1384" actId="478"/>
          <ac:spMkLst>
            <pc:docMk/>
            <pc:sldMk cId="724405510" sldId="337"/>
            <ac:spMk id="2" creationId="{575187BC-EA25-0A50-0671-6603EAAEE023}"/>
          </ac:spMkLst>
        </pc:spChg>
        <pc:spChg chg="mod">
          <ac:chgData name="Aswini Chinnasamy" userId="747a38e629acba16" providerId="LiveId" clId="{7BC40E3E-8DCE-4B79-8DE2-DBD290D7FC7B}" dt="2026-08-04T16:07:50.631" v="1395" actId="1076"/>
          <ac:spMkLst>
            <pc:docMk/>
            <pc:sldMk cId="724405510" sldId="337"/>
            <ac:spMk id="3" creationId="{DB53F554-BD82-0F51-76A3-B28D6D535BEE}"/>
          </ac:spMkLst>
        </pc:spChg>
      </pc:sldChg>
      <pc:sldChg chg="new del">
        <pc:chgData name="Aswini Chinnasamy" userId="747a38e629acba16" providerId="LiveId" clId="{7BC40E3E-8DCE-4B79-8DE2-DBD290D7FC7B}" dt="2026-08-04T16:04:47.466" v="1382" actId="680"/>
        <pc:sldMkLst>
          <pc:docMk/>
          <pc:sldMk cId="4120689336" sldId="337"/>
        </pc:sldMkLst>
      </pc:sldChg>
      <pc:sldChg chg="modSp new mod">
        <pc:chgData name="Aswini Chinnasamy" userId="747a38e629acba16" providerId="LiveId" clId="{7BC40E3E-8DCE-4B79-8DE2-DBD290D7FC7B}" dt="2026-08-04T16:09:20.684" v="1413" actId="1076"/>
        <pc:sldMkLst>
          <pc:docMk/>
          <pc:sldMk cId="3795581630" sldId="338"/>
        </pc:sldMkLst>
        <pc:spChg chg="mod">
          <ac:chgData name="Aswini Chinnasamy" userId="747a38e629acba16" providerId="LiveId" clId="{7BC40E3E-8DCE-4B79-8DE2-DBD290D7FC7B}" dt="2026-08-04T16:08:06.215" v="1398" actId="14100"/>
          <ac:spMkLst>
            <pc:docMk/>
            <pc:sldMk cId="3795581630" sldId="338"/>
            <ac:spMk id="2" creationId="{1787658D-D7D1-CC84-4751-38EBA0A9D1EF}"/>
          </ac:spMkLst>
        </pc:spChg>
        <pc:spChg chg="mod">
          <ac:chgData name="Aswini Chinnasamy" userId="747a38e629acba16" providerId="LiveId" clId="{7BC40E3E-8DCE-4B79-8DE2-DBD290D7FC7B}" dt="2026-08-04T16:09:20.684" v="1413" actId="1076"/>
          <ac:spMkLst>
            <pc:docMk/>
            <pc:sldMk cId="3795581630" sldId="338"/>
            <ac:spMk id="3" creationId="{ADBD6166-2493-9496-7DB5-27E97D5C3C19}"/>
          </ac:spMkLst>
        </pc:spChg>
      </pc:sldChg>
      <pc:sldChg chg="addSp delSp modSp new mod">
        <pc:chgData name="Aswini Chinnasamy" userId="747a38e629acba16" providerId="LiveId" clId="{7BC40E3E-8DCE-4B79-8DE2-DBD290D7FC7B}" dt="2026-08-04T16:11:08.323" v="1431" actId="5793"/>
        <pc:sldMkLst>
          <pc:docMk/>
          <pc:sldMk cId="3978563192" sldId="339"/>
        </pc:sldMkLst>
        <pc:spChg chg="del">
          <ac:chgData name="Aswini Chinnasamy" userId="747a38e629acba16" providerId="LiveId" clId="{7BC40E3E-8DCE-4B79-8DE2-DBD290D7FC7B}" dt="2026-08-04T16:09:33.940" v="1414" actId="478"/>
          <ac:spMkLst>
            <pc:docMk/>
            <pc:sldMk cId="3978563192" sldId="339"/>
            <ac:spMk id="2" creationId="{28C38220-C558-8D0B-3AED-5F4B18F37249}"/>
          </ac:spMkLst>
        </pc:spChg>
        <pc:spChg chg="del mod">
          <ac:chgData name="Aswini Chinnasamy" userId="747a38e629acba16" providerId="LiveId" clId="{7BC40E3E-8DCE-4B79-8DE2-DBD290D7FC7B}" dt="2026-08-04T16:09:42.248" v="1418"/>
          <ac:spMkLst>
            <pc:docMk/>
            <pc:sldMk cId="3978563192" sldId="339"/>
            <ac:spMk id="3" creationId="{DFC8666C-0B85-788B-53C8-83BECCDF4859}"/>
          </ac:spMkLst>
        </pc:spChg>
        <pc:spChg chg="add mod">
          <ac:chgData name="Aswini Chinnasamy" userId="747a38e629acba16" providerId="LiveId" clId="{7BC40E3E-8DCE-4B79-8DE2-DBD290D7FC7B}" dt="2026-08-04T16:11:08.323" v="1431" actId="5793"/>
          <ac:spMkLst>
            <pc:docMk/>
            <pc:sldMk cId="3978563192" sldId="339"/>
            <ac:spMk id="6" creationId="{74CBC69A-669C-08D2-6200-1315D743428B}"/>
          </ac:spMkLst>
        </pc:spChg>
        <pc:graphicFrameChg chg="add mod">
          <ac:chgData name="Aswini Chinnasamy" userId="747a38e629acba16" providerId="LiveId" clId="{7BC40E3E-8DCE-4B79-8DE2-DBD290D7FC7B}" dt="2026-08-04T16:10:10.296" v="1421"/>
          <ac:graphicFrameMkLst>
            <pc:docMk/>
            <pc:sldMk cId="3978563192" sldId="339"/>
            <ac:graphicFrameMk id="4" creationId="{5B1E7B77-3913-1C29-32FF-2BF91D6E06F3}"/>
          </ac:graphicFrameMkLst>
        </pc:graphicFrameChg>
      </pc:sldChg>
      <pc:sldChg chg="modSp new mod">
        <pc:chgData name="Aswini Chinnasamy" userId="747a38e629acba16" providerId="LiveId" clId="{7BC40E3E-8DCE-4B79-8DE2-DBD290D7FC7B}" dt="2026-08-04T16:11:54.541" v="1440" actId="1076"/>
        <pc:sldMkLst>
          <pc:docMk/>
          <pc:sldMk cId="3665518509" sldId="340"/>
        </pc:sldMkLst>
        <pc:spChg chg="mod">
          <ac:chgData name="Aswini Chinnasamy" userId="747a38e629acba16" providerId="LiveId" clId="{7BC40E3E-8DCE-4B79-8DE2-DBD290D7FC7B}" dt="2026-08-04T16:11:33.780" v="1435" actId="27636"/>
          <ac:spMkLst>
            <pc:docMk/>
            <pc:sldMk cId="3665518509" sldId="340"/>
            <ac:spMk id="2" creationId="{355F10CF-AB8C-02B2-2ACF-8BBF497CCBE0}"/>
          </ac:spMkLst>
        </pc:spChg>
        <pc:spChg chg="mod">
          <ac:chgData name="Aswini Chinnasamy" userId="747a38e629acba16" providerId="LiveId" clId="{7BC40E3E-8DCE-4B79-8DE2-DBD290D7FC7B}" dt="2026-08-04T16:11:54.541" v="1440" actId="1076"/>
          <ac:spMkLst>
            <pc:docMk/>
            <pc:sldMk cId="3665518509" sldId="340"/>
            <ac:spMk id="3" creationId="{77DF196D-C11F-C7C6-E9C0-8F79157B1C77}"/>
          </ac:spMkLst>
        </pc:spChg>
      </pc:sldChg>
      <pc:sldChg chg="modSp new mod">
        <pc:chgData name="Aswini Chinnasamy" userId="747a38e629acba16" providerId="LiveId" clId="{7BC40E3E-8DCE-4B79-8DE2-DBD290D7FC7B}" dt="2026-08-04T16:13:25.981" v="1462" actId="5793"/>
        <pc:sldMkLst>
          <pc:docMk/>
          <pc:sldMk cId="335144272" sldId="341"/>
        </pc:sldMkLst>
        <pc:spChg chg="mod">
          <ac:chgData name="Aswini Chinnasamy" userId="747a38e629acba16" providerId="LiveId" clId="{7BC40E3E-8DCE-4B79-8DE2-DBD290D7FC7B}" dt="2026-08-04T16:12:22.103" v="1444" actId="27636"/>
          <ac:spMkLst>
            <pc:docMk/>
            <pc:sldMk cId="335144272" sldId="341"/>
            <ac:spMk id="2" creationId="{1FFED89F-50E7-1D0C-0312-B248E1B7E20C}"/>
          </ac:spMkLst>
        </pc:spChg>
        <pc:spChg chg="mod">
          <ac:chgData name="Aswini Chinnasamy" userId="747a38e629acba16" providerId="LiveId" clId="{7BC40E3E-8DCE-4B79-8DE2-DBD290D7FC7B}" dt="2026-08-04T16:13:25.981" v="1462" actId="5793"/>
          <ac:spMkLst>
            <pc:docMk/>
            <pc:sldMk cId="335144272" sldId="341"/>
            <ac:spMk id="3" creationId="{E309EC8F-743D-4682-B4F5-9DB37BACD6CB}"/>
          </ac:spMkLst>
        </pc:spChg>
      </pc:sldChg>
      <pc:sldChg chg="delSp modSp new mod">
        <pc:chgData name="Aswini Chinnasamy" userId="747a38e629acba16" providerId="LiveId" clId="{7BC40E3E-8DCE-4B79-8DE2-DBD290D7FC7B}" dt="2026-08-04T16:14:10.385" v="1468"/>
        <pc:sldMkLst>
          <pc:docMk/>
          <pc:sldMk cId="1737130437" sldId="342"/>
        </pc:sldMkLst>
        <pc:spChg chg="del">
          <ac:chgData name="Aswini Chinnasamy" userId="747a38e629acba16" providerId="LiveId" clId="{7BC40E3E-8DCE-4B79-8DE2-DBD290D7FC7B}" dt="2026-08-04T16:14:02.556" v="1464" actId="478"/>
          <ac:spMkLst>
            <pc:docMk/>
            <pc:sldMk cId="1737130437" sldId="342"/>
            <ac:spMk id="2" creationId="{8CB84115-4A9F-AF40-E472-41DF4BFB1394}"/>
          </ac:spMkLst>
        </pc:spChg>
        <pc:spChg chg="mod">
          <ac:chgData name="Aswini Chinnasamy" userId="747a38e629acba16" providerId="LiveId" clId="{7BC40E3E-8DCE-4B79-8DE2-DBD290D7FC7B}" dt="2026-08-04T16:14:10.385" v="1468"/>
          <ac:spMkLst>
            <pc:docMk/>
            <pc:sldMk cId="1737130437" sldId="342"/>
            <ac:spMk id="3" creationId="{4CABEEF9-0F4D-AD73-7251-0DB736E9FDBC}"/>
          </ac:spMkLst>
        </pc:spChg>
      </pc:sldChg>
      <pc:sldChg chg="delSp modSp new mod">
        <pc:chgData name="Aswini Chinnasamy" userId="747a38e629acba16" providerId="LiveId" clId="{7BC40E3E-8DCE-4B79-8DE2-DBD290D7FC7B}" dt="2026-08-04T16:14:45.631" v="1477" actId="20577"/>
        <pc:sldMkLst>
          <pc:docMk/>
          <pc:sldMk cId="472868338" sldId="343"/>
        </pc:sldMkLst>
        <pc:spChg chg="del">
          <ac:chgData name="Aswini Chinnasamy" userId="747a38e629acba16" providerId="LiveId" clId="{7BC40E3E-8DCE-4B79-8DE2-DBD290D7FC7B}" dt="2026-08-04T16:14:27.297" v="1470" actId="478"/>
          <ac:spMkLst>
            <pc:docMk/>
            <pc:sldMk cId="472868338" sldId="343"/>
            <ac:spMk id="2" creationId="{4FD555DD-296E-C6C5-967B-428A3E786CF5}"/>
          </ac:spMkLst>
        </pc:spChg>
        <pc:spChg chg="mod">
          <ac:chgData name="Aswini Chinnasamy" userId="747a38e629acba16" providerId="LiveId" clId="{7BC40E3E-8DCE-4B79-8DE2-DBD290D7FC7B}" dt="2026-08-04T16:14:45.631" v="1477" actId="20577"/>
          <ac:spMkLst>
            <pc:docMk/>
            <pc:sldMk cId="472868338" sldId="343"/>
            <ac:spMk id="3" creationId="{E28BEE2E-BB61-1CB4-004D-DE3E49197D03}"/>
          </ac:spMkLst>
        </pc:spChg>
      </pc:sldChg>
      <pc:sldChg chg="delSp modSp new mod">
        <pc:chgData name="Aswini Chinnasamy" userId="747a38e629acba16" providerId="LiveId" clId="{7BC40E3E-8DCE-4B79-8DE2-DBD290D7FC7B}" dt="2026-08-04T16:16:19.415" v="1497" actId="114"/>
        <pc:sldMkLst>
          <pc:docMk/>
          <pc:sldMk cId="1155632230" sldId="344"/>
        </pc:sldMkLst>
        <pc:spChg chg="del">
          <ac:chgData name="Aswini Chinnasamy" userId="747a38e629acba16" providerId="LiveId" clId="{7BC40E3E-8DCE-4B79-8DE2-DBD290D7FC7B}" dt="2026-08-04T16:15:23.590" v="1479" actId="478"/>
          <ac:spMkLst>
            <pc:docMk/>
            <pc:sldMk cId="1155632230" sldId="344"/>
            <ac:spMk id="2" creationId="{B1CB79EC-07BB-71C7-90C4-AF85594D6FFA}"/>
          </ac:spMkLst>
        </pc:spChg>
        <pc:spChg chg="mod">
          <ac:chgData name="Aswini Chinnasamy" userId="747a38e629acba16" providerId="LiveId" clId="{7BC40E3E-8DCE-4B79-8DE2-DBD290D7FC7B}" dt="2026-08-04T16:16:19.415" v="1497" actId="114"/>
          <ac:spMkLst>
            <pc:docMk/>
            <pc:sldMk cId="1155632230" sldId="344"/>
            <ac:spMk id="3" creationId="{AFE4CCAF-012B-E2ED-9E62-88420F9E452B}"/>
          </ac:spMkLst>
        </pc:spChg>
      </pc:sldChg>
      <pc:sldChg chg="addSp delSp modSp new mod">
        <pc:chgData name="Aswini Chinnasamy" userId="747a38e629acba16" providerId="LiveId" clId="{7BC40E3E-8DCE-4B79-8DE2-DBD290D7FC7B}" dt="2026-08-04T16:17:48.622" v="1508"/>
        <pc:sldMkLst>
          <pc:docMk/>
          <pc:sldMk cId="1446844774" sldId="345"/>
        </pc:sldMkLst>
        <pc:spChg chg="mod">
          <ac:chgData name="Aswini Chinnasamy" userId="747a38e629acba16" providerId="LiveId" clId="{7BC40E3E-8DCE-4B79-8DE2-DBD290D7FC7B}" dt="2026-08-04T16:16:52.374" v="1499" actId="14100"/>
          <ac:spMkLst>
            <pc:docMk/>
            <pc:sldMk cId="1446844774" sldId="345"/>
            <ac:spMk id="2" creationId="{BD83CBBE-1D5E-D7DF-39FC-CC6AF4E3B3D5}"/>
          </ac:spMkLst>
        </pc:spChg>
        <pc:spChg chg="del mod">
          <ac:chgData name="Aswini Chinnasamy" userId="747a38e629acba16" providerId="LiveId" clId="{7BC40E3E-8DCE-4B79-8DE2-DBD290D7FC7B}" dt="2026-08-04T16:17:10.977" v="1503"/>
          <ac:spMkLst>
            <pc:docMk/>
            <pc:sldMk cId="1446844774" sldId="345"/>
            <ac:spMk id="3" creationId="{2F998339-2514-AE7F-75BB-A1258B8A9A56}"/>
          </ac:spMkLst>
        </pc:spChg>
        <pc:graphicFrameChg chg="add mod modGraphic">
          <ac:chgData name="Aswini Chinnasamy" userId="747a38e629acba16" providerId="LiveId" clId="{7BC40E3E-8DCE-4B79-8DE2-DBD290D7FC7B}" dt="2026-08-04T16:17:48.622" v="1508"/>
          <ac:graphicFrameMkLst>
            <pc:docMk/>
            <pc:sldMk cId="1446844774" sldId="345"/>
            <ac:graphicFrameMk id="4" creationId="{EA420823-2AC4-D759-E9E9-16531921D652}"/>
          </ac:graphicFrameMkLst>
        </pc:graphicFrameChg>
      </pc:sldChg>
      <pc:sldChg chg="modSp new mod">
        <pc:chgData name="Aswini Chinnasamy" userId="747a38e629acba16" providerId="LiveId" clId="{7BC40E3E-8DCE-4B79-8DE2-DBD290D7FC7B}" dt="2026-08-04T16:19:18.910" v="1519" actId="5793"/>
        <pc:sldMkLst>
          <pc:docMk/>
          <pc:sldMk cId="3480318476" sldId="346"/>
        </pc:sldMkLst>
        <pc:spChg chg="mod">
          <ac:chgData name="Aswini Chinnasamy" userId="747a38e629acba16" providerId="LiveId" clId="{7BC40E3E-8DCE-4B79-8DE2-DBD290D7FC7B}" dt="2026-08-04T16:18:39.511" v="1511"/>
          <ac:spMkLst>
            <pc:docMk/>
            <pc:sldMk cId="3480318476" sldId="346"/>
            <ac:spMk id="2" creationId="{AC4DDE01-995C-A2BF-8152-B67A10D00196}"/>
          </ac:spMkLst>
        </pc:spChg>
        <pc:spChg chg="mod">
          <ac:chgData name="Aswini Chinnasamy" userId="747a38e629acba16" providerId="LiveId" clId="{7BC40E3E-8DCE-4B79-8DE2-DBD290D7FC7B}" dt="2026-08-04T16:19:18.910" v="1519" actId="5793"/>
          <ac:spMkLst>
            <pc:docMk/>
            <pc:sldMk cId="3480318476" sldId="346"/>
            <ac:spMk id="3" creationId="{1F15A63A-7A62-10F0-0AD2-0454DD7AA2A9}"/>
          </ac:spMkLst>
        </pc:spChg>
      </pc:sldChg>
      <pc:sldChg chg="modSp new mod">
        <pc:chgData name="Aswini Chinnasamy" userId="747a38e629acba16" providerId="LiveId" clId="{7BC40E3E-8DCE-4B79-8DE2-DBD290D7FC7B}" dt="2026-08-04T16:23:05.827" v="1542" actId="20577"/>
        <pc:sldMkLst>
          <pc:docMk/>
          <pc:sldMk cId="4237614304" sldId="347"/>
        </pc:sldMkLst>
        <pc:spChg chg="mod">
          <ac:chgData name="Aswini Chinnasamy" userId="747a38e629acba16" providerId="LiveId" clId="{7BC40E3E-8DCE-4B79-8DE2-DBD290D7FC7B}" dt="2026-08-04T16:21:45.808" v="1523" actId="27636"/>
          <ac:spMkLst>
            <pc:docMk/>
            <pc:sldMk cId="4237614304" sldId="347"/>
            <ac:spMk id="2" creationId="{C7746A41-4373-B55F-CD61-2485AB1CBF7B}"/>
          </ac:spMkLst>
        </pc:spChg>
        <pc:spChg chg="mod">
          <ac:chgData name="Aswini Chinnasamy" userId="747a38e629acba16" providerId="LiveId" clId="{7BC40E3E-8DCE-4B79-8DE2-DBD290D7FC7B}" dt="2026-08-04T16:23:05.827" v="1542" actId="20577"/>
          <ac:spMkLst>
            <pc:docMk/>
            <pc:sldMk cId="4237614304" sldId="347"/>
            <ac:spMk id="3" creationId="{3C536AE9-1D96-3639-A806-709C669A0A49}"/>
          </ac:spMkLst>
        </pc:spChg>
      </pc:sldChg>
      <pc:sldChg chg="addSp delSp modSp new mod">
        <pc:chgData name="Aswini Chinnasamy" userId="747a38e629acba16" providerId="LiveId" clId="{7BC40E3E-8DCE-4B79-8DE2-DBD290D7FC7B}" dt="2026-08-04T16:27:06.750" v="1554" actId="1076"/>
        <pc:sldMkLst>
          <pc:docMk/>
          <pc:sldMk cId="3798569725" sldId="348"/>
        </pc:sldMkLst>
        <pc:spChg chg="mod">
          <ac:chgData name="Aswini Chinnasamy" userId="747a38e629acba16" providerId="LiveId" clId="{7BC40E3E-8DCE-4B79-8DE2-DBD290D7FC7B}" dt="2026-08-04T16:26:59.320" v="1553" actId="1076"/>
          <ac:spMkLst>
            <pc:docMk/>
            <pc:sldMk cId="3798569725" sldId="348"/>
            <ac:spMk id="2" creationId="{991175E2-8C3E-E90A-CEAE-4C0DAD55F93D}"/>
          </ac:spMkLst>
        </pc:spChg>
        <pc:spChg chg="del mod">
          <ac:chgData name="Aswini Chinnasamy" userId="747a38e629acba16" providerId="LiveId" clId="{7BC40E3E-8DCE-4B79-8DE2-DBD290D7FC7B}" dt="2026-08-04T16:26:45.284" v="1550"/>
          <ac:spMkLst>
            <pc:docMk/>
            <pc:sldMk cId="3798569725" sldId="348"/>
            <ac:spMk id="3" creationId="{0B258FC0-C034-017F-A7B3-050E2CCE1116}"/>
          </ac:spMkLst>
        </pc:spChg>
        <pc:picChg chg="add mod ord">
          <ac:chgData name="Aswini Chinnasamy" userId="747a38e629acba16" providerId="LiveId" clId="{7BC40E3E-8DCE-4B79-8DE2-DBD290D7FC7B}" dt="2026-08-04T16:27:06.750" v="1554" actId="1076"/>
          <ac:picMkLst>
            <pc:docMk/>
            <pc:sldMk cId="3798569725" sldId="348"/>
            <ac:picMk id="5" creationId="{6D5B6BB0-C93F-7B95-6852-FDE356594EFA}"/>
          </ac:picMkLst>
        </pc:picChg>
      </pc:sldChg>
      <pc:sldChg chg="delSp modSp new mod">
        <pc:chgData name="Aswini Chinnasamy" userId="747a38e629acba16" providerId="LiveId" clId="{7BC40E3E-8DCE-4B79-8DE2-DBD290D7FC7B}" dt="2026-08-04T16:29:33.779" v="1562" actId="20577"/>
        <pc:sldMkLst>
          <pc:docMk/>
          <pc:sldMk cId="3945188724" sldId="349"/>
        </pc:sldMkLst>
        <pc:spChg chg="del">
          <ac:chgData name="Aswini Chinnasamy" userId="747a38e629acba16" providerId="LiveId" clId="{7BC40E3E-8DCE-4B79-8DE2-DBD290D7FC7B}" dt="2026-08-04T16:28:20.739" v="1556" actId="478"/>
          <ac:spMkLst>
            <pc:docMk/>
            <pc:sldMk cId="3945188724" sldId="349"/>
            <ac:spMk id="2" creationId="{681E2BCA-B27A-2F1F-6A8E-54E656C430F2}"/>
          </ac:spMkLst>
        </pc:spChg>
        <pc:spChg chg="mod">
          <ac:chgData name="Aswini Chinnasamy" userId="747a38e629acba16" providerId="LiveId" clId="{7BC40E3E-8DCE-4B79-8DE2-DBD290D7FC7B}" dt="2026-08-04T16:29:33.779" v="1562" actId="20577"/>
          <ac:spMkLst>
            <pc:docMk/>
            <pc:sldMk cId="3945188724" sldId="349"/>
            <ac:spMk id="3" creationId="{739E6B04-E4F7-39E7-F930-1748CA2641E0}"/>
          </ac:spMkLst>
        </pc:spChg>
      </pc:sldChg>
      <pc:sldChg chg="modSp new mod">
        <pc:chgData name="Aswini Chinnasamy" userId="747a38e629acba16" providerId="LiveId" clId="{7BC40E3E-8DCE-4B79-8DE2-DBD290D7FC7B}" dt="2026-08-04T16:32:17.648" v="1632" actId="14100"/>
        <pc:sldMkLst>
          <pc:docMk/>
          <pc:sldMk cId="40785078" sldId="350"/>
        </pc:sldMkLst>
        <pc:spChg chg="mod">
          <ac:chgData name="Aswini Chinnasamy" userId="747a38e629acba16" providerId="LiveId" clId="{7BC40E3E-8DCE-4B79-8DE2-DBD290D7FC7B}" dt="2026-08-04T16:29:47.677" v="1565" actId="14100"/>
          <ac:spMkLst>
            <pc:docMk/>
            <pc:sldMk cId="40785078" sldId="350"/>
            <ac:spMk id="2" creationId="{8BC4B5E9-8CB8-2949-287F-985B305D7484}"/>
          </ac:spMkLst>
        </pc:spChg>
        <pc:spChg chg="mod">
          <ac:chgData name="Aswini Chinnasamy" userId="747a38e629acba16" providerId="LiveId" clId="{7BC40E3E-8DCE-4B79-8DE2-DBD290D7FC7B}" dt="2026-08-04T16:32:17.648" v="1632" actId="14100"/>
          <ac:spMkLst>
            <pc:docMk/>
            <pc:sldMk cId="40785078" sldId="350"/>
            <ac:spMk id="3" creationId="{B568E322-95EB-AB52-1A22-7E2775450BAB}"/>
          </ac:spMkLst>
        </pc:spChg>
      </pc:sldChg>
      <pc:sldChg chg="delSp modSp new mod">
        <pc:chgData name="Aswini Chinnasamy" userId="747a38e629acba16" providerId="LiveId" clId="{7BC40E3E-8DCE-4B79-8DE2-DBD290D7FC7B}" dt="2026-08-04T16:33:18.590" v="1649"/>
        <pc:sldMkLst>
          <pc:docMk/>
          <pc:sldMk cId="802626679" sldId="351"/>
        </pc:sldMkLst>
        <pc:spChg chg="del">
          <ac:chgData name="Aswini Chinnasamy" userId="747a38e629acba16" providerId="LiveId" clId="{7BC40E3E-8DCE-4B79-8DE2-DBD290D7FC7B}" dt="2026-08-04T16:31:05.656" v="1597" actId="478"/>
          <ac:spMkLst>
            <pc:docMk/>
            <pc:sldMk cId="802626679" sldId="351"/>
            <ac:spMk id="2" creationId="{77438E83-1173-215E-A451-0C3D50D66224}"/>
          </ac:spMkLst>
        </pc:spChg>
        <pc:spChg chg="mod">
          <ac:chgData name="Aswini Chinnasamy" userId="747a38e629acba16" providerId="LiveId" clId="{7BC40E3E-8DCE-4B79-8DE2-DBD290D7FC7B}" dt="2026-08-04T16:33:18.590" v="1649"/>
          <ac:spMkLst>
            <pc:docMk/>
            <pc:sldMk cId="802626679" sldId="351"/>
            <ac:spMk id="3" creationId="{13741659-CA71-C9B0-FD09-7EE9E2261015}"/>
          </ac:spMkLst>
        </pc:spChg>
      </pc:sldChg>
      <pc:sldChg chg="delSp modSp new mod">
        <pc:chgData name="Aswini Chinnasamy" userId="747a38e629acba16" providerId="LiveId" clId="{7BC40E3E-8DCE-4B79-8DE2-DBD290D7FC7B}" dt="2026-08-04T16:34:15.128" v="1663" actId="5793"/>
        <pc:sldMkLst>
          <pc:docMk/>
          <pc:sldMk cId="1416873032" sldId="352"/>
        </pc:sldMkLst>
        <pc:spChg chg="del">
          <ac:chgData name="Aswini Chinnasamy" userId="747a38e629acba16" providerId="LiveId" clId="{7BC40E3E-8DCE-4B79-8DE2-DBD290D7FC7B}" dt="2026-08-04T16:33:38.711" v="1651" actId="478"/>
          <ac:spMkLst>
            <pc:docMk/>
            <pc:sldMk cId="1416873032" sldId="352"/>
            <ac:spMk id="2" creationId="{917E06F3-644F-881A-44A1-1CF1F9ACAE7B}"/>
          </ac:spMkLst>
        </pc:spChg>
        <pc:spChg chg="mod">
          <ac:chgData name="Aswini Chinnasamy" userId="747a38e629acba16" providerId="LiveId" clId="{7BC40E3E-8DCE-4B79-8DE2-DBD290D7FC7B}" dt="2026-08-04T16:34:15.128" v="1663" actId="5793"/>
          <ac:spMkLst>
            <pc:docMk/>
            <pc:sldMk cId="1416873032" sldId="352"/>
            <ac:spMk id="3" creationId="{F4045DD6-F2BD-FCFE-0B03-CF40C4B5877D}"/>
          </ac:spMkLst>
        </pc:spChg>
      </pc:sldChg>
      <pc:sldChg chg="modSp new mod">
        <pc:chgData name="Aswini Chinnasamy" userId="747a38e629acba16" providerId="LiveId" clId="{7BC40E3E-8DCE-4B79-8DE2-DBD290D7FC7B}" dt="2026-08-04T16:34:57.781" v="1675" actId="20577"/>
        <pc:sldMkLst>
          <pc:docMk/>
          <pc:sldMk cId="198236709" sldId="353"/>
        </pc:sldMkLst>
        <pc:spChg chg="mod">
          <ac:chgData name="Aswini Chinnasamy" userId="747a38e629acba16" providerId="LiveId" clId="{7BC40E3E-8DCE-4B79-8DE2-DBD290D7FC7B}" dt="2026-08-04T16:34:29.914" v="1667" actId="27636"/>
          <ac:spMkLst>
            <pc:docMk/>
            <pc:sldMk cId="198236709" sldId="353"/>
            <ac:spMk id="2" creationId="{2B64C6C4-3B5B-8D0D-485B-1447B3F6BD18}"/>
          </ac:spMkLst>
        </pc:spChg>
        <pc:spChg chg="mod">
          <ac:chgData name="Aswini Chinnasamy" userId="747a38e629acba16" providerId="LiveId" clId="{7BC40E3E-8DCE-4B79-8DE2-DBD290D7FC7B}" dt="2026-08-04T16:34:57.781" v="1675" actId="20577"/>
          <ac:spMkLst>
            <pc:docMk/>
            <pc:sldMk cId="198236709" sldId="353"/>
            <ac:spMk id="3" creationId="{CA695C87-87EA-4235-71A1-808766CF3386}"/>
          </ac:spMkLst>
        </pc:spChg>
      </pc:sldChg>
      <pc:sldChg chg="addSp delSp modSp new mod">
        <pc:chgData name="Aswini Chinnasamy" userId="747a38e629acba16" providerId="LiveId" clId="{7BC40E3E-8DCE-4B79-8DE2-DBD290D7FC7B}" dt="2026-08-04T16:37:05.726" v="1696" actId="6549"/>
        <pc:sldMkLst>
          <pc:docMk/>
          <pc:sldMk cId="736518153" sldId="354"/>
        </pc:sldMkLst>
        <pc:spChg chg="del">
          <ac:chgData name="Aswini Chinnasamy" userId="747a38e629acba16" providerId="LiveId" clId="{7BC40E3E-8DCE-4B79-8DE2-DBD290D7FC7B}" dt="2026-08-04T16:35:38.107" v="1677" actId="478"/>
          <ac:spMkLst>
            <pc:docMk/>
            <pc:sldMk cId="736518153" sldId="354"/>
            <ac:spMk id="2" creationId="{375922C9-2A73-EFD2-3ADB-6B5EAADB3F23}"/>
          </ac:spMkLst>
        </pc:spChg>
        <pc:spChg chg="mod">
          <ac:chgData name="Aswini Chinnasamy" userId="747a38e629acba16" providerId="LiveId" clId="{7BC40E3E-8DCE-4B79-8DE2-DBD290D7FC7B}" dt="2026-08-04T16:37:05.726" v="1696" actId="6549"/>
          <ac:spMkLst>
            <pc:docMk/>
            <pc:sldMk cId="736518153" sldId="354"/>
            <ac:spMk id="3" creationId="{6D4C9C55-C177-33C3-425E-6EB5B1E6C674}"/>
          </ac:spMkLst>
        </pc:spChg>
        <pc:graphicFrameChg chg="add mod modGraphic">
          <ac:chgData name="Aswini Chinnasamy" userId="747a38e629acba16" providerId="LiveId" clId="{7BC40E3E-8DCE-4B79-8DE2-DBD290D7FC7B}" dt="2026-08-04T16:36:26.803" v="1687" actId="207"/>
          <ac:graphicFrameMkLst>
            <pc:docMk/>
            <pc:sldMk cId="736518153" sldId="354"/>
            <ac:graphicFrameMk id="4" creationId="{899BE279-C834-0B52-1970-3819BBA1EBD0}"/>
          </ac:graphicFrameMkLst>
        </pc:graphicFrameChg>
      </pc:sldChg>
      <pc:sldChg chg="delSp modSp new mod">
        <pc:chgData name="Aswini Chinnasamy" userId="747a38e629acba16" providerId="LiveId" clId="{7BC40E3E-8DCE-4B79-8DE2-DBD290D7FC7B}" dt="2026-08-04T16:37:36.701" v="1704" actId="5793"/>
        <pc:sldMkLst>
          <pc:docMk/>
          <pc:sldMk cId="4246748127" sldId="355"/>
        </pc:sldMkLst>
        <pc:spChg chg="del mod">
          <ac:chgData name="Aswini Chinnasamy" userId="747a38e629acba16" providerId="LiveId" clId="{7BC40E3E-8DCE-4B79-8DE2-DBD290D7FC7B}" dt="2026-08-04T16:37:27.459" v="1699" actId="478"/>
          <ac:spMkLst>
            <pc:docMk/>
            <pc:sldMk cId="4246748127" sldId="355"/>
            <ac:spMk id="2" creationId="{FFC8C803-3410-98EF-7CC8-82F34B85DD87}"/>
          </ac:spMkLst>
        </pc:spChg>
        <pc:spChg chg="mod">
          <ac:chgData name="Aswini Chinnasamy" userId="747a38e629acba16" providerId="LiveId" clId="{7BC40E3E-8DCE-4B79-8DE2-DBD290D7FC7B}" dt="2026-08-04T16:37:36.701" v="1704" actId="5793"/>
          <ac:spMkLst>
            <pc:docMk/>
            <pc:sldMk cId="4246748127" sldId="355"/>
            <ac:spMk id="3" creationId="{2DC8540B-F2FD-15F4-CA1B-2F47EAC0B4CF}"/>
          </ac:spMkLst>
        </pc:spChg>
      </pc:sldChg>
      <pc:sldChg chg="modSp new mod">
        <pc:chgData name="Aswini Chinnasamy" userId="747a38e629acba16" providerId="LiveId" clId="{7BC40E3E-8DCE-4B79-8DE2-DBD290D7FC7B}" dt="2026-08-04T16:39:18.745" v="1727" actId="5793"/>
        <pc:sldMkLst>
          <pc:docMk/>
          <pc:sldMk cId="4050949761" sldId="356"/>
        </pc:sldMkLst>
        <pc:spChg chg="mod">
          <ac:chgData name="Aswini Chinnasamy" userId="747a38e629acba16" providerId="LiveId" clId="{7BC40E3E-8DCE-4B79-8DE2-DBD290D7FC7B}" dt="2026-08-04T16:38:27.192" v="1708" actId="27636"/>
          <ac:spMkLst>
            <pc:docMk/>
            <pc:sldMk cId="4050949761" sldId="356"/>
            <ac:spMk id="2" creationId="{918E8491-48E1-C0C4-6A38-7C36E671A4C7}"/>
          </ac:spMkLst>
        </pc:spChg>
        <pc:spChg chg="mod">
          <ac:chgData name="Aswini Chinnasamy" userId="747a38e629acba16" providerId="LiveId" clId="{7BC40E3E-8DCE-4B79-8DE2-DBD290D7FC7B}" dt="2026-08-04T16:39:18.745" v="1727" actId="5793"/>
          <ac:spMkLst>
            <pc:docMk/>
            <pc:sldMk cId="4050949761" sldId="356"/>
            <ac:spMk id="3" creationId="{8CFF5485-4038-4ADC-146C-56AACB41E286}"/>
          </ac:spMkLst>
        </pc:spChg>
      </pc:sldChg>
      <pc:sldChg chg="delSp modSp new mod">
        <pc:chgData name="Aswini Chinnasamy" userId="747a38e629acba16" providerId="LiveId" clId="{7BC40E3E-8DCE-4B79-8DE2-DBD290D7FC7B}" dt="2026-08-04T16:39:51.548" v="1734" actId="5793"/>
        <pc:sldMkLst>
          <pc:docMk/>
          <pc:sldMk cId="2531404492" sldId="357"/>
        </pc:sldMkLst>
        <pc:spChg chg="del">
          <ac:chgData name="Aswini Chinnasamy" userId="747a38e629acba16" providerId="LiveId" clId="{7BC40E3E-8DCE-4B79-8DE2-DBD290D7FC7B}" dt="2026-08-04T16:39:41.127" v="1729" actId="478"/>
          <ac:spMkLst>
            <pc:docMk/>
            <pc:sldMk cId="2531404492" sldId="357"/>
            <ac:spMk id="2" creationId="{04A8BA35-65BD-1C1A-B532-31FC195A967A}"/>
          </ac:spMkLst>
        </pc:spChg>
        <pc:spChg chg="mod">
          <ac:chgData name="Aswini Chinnasamy" userId="747a38e629acba16" providerId="LiveId" clId="{7BC40E3E-8DCE-4B79-8DE2-DBD290D7FC7B}" dt="2026-08-04T16:39:51.548" v="1734" actId="5793"/>
          <ac:spMkLst>
            <pc:docMk/>
            <pc:sldMk cId="2531404492" sldId="357"/>
            <ac:spMk id="3" creationId="{72C568DE-82D6-4F71-465E-971B4EBA5F3F}"/>
          </ac:spMkLst>
        </pc:spChg>
      </pc:sldChg>
      <pc:sldChg chg="addSp delSp modSp new mod">
        <pc:chgData name="Aswini Chinnasamy" userId="747a38e629acba16" providerId="LiveId" clId="{7BC40E3E-8DCE-4B79-8DE2-DBD290D7FC7B}" dt="2026-08-04T16:40:55.656" v="1745" actId="207"/>
        <pc:sldMkLst>
          <pc:docMk/>
          <pc:sldMk cId="3775288481" sldId="358"/>
        </pc:sldMkLst>
        <pc:spChg chg="mod">
          <ac:chgData name="Aswini Chinnasamy" userId="747a38e629acba16" providerId="LiveId" clId="{7BC40E3E-8DCE-4B79-8DE2-DBD290D7FC7B}" dt="2026-08-04T16:40:11.643" v="1737" actId="14100"/>
          <ac:spMkLst>
            <pc:docMk/>
            <pc:sldMk cId="3775288481" sldId="358"/>
            <ac:spMk id="2" creationId="{0CA690C6-F4CE-A246-1719-B92CFCF1558A}"/>
          </ac:spMkLst>
        </pc:spChg>
        <pc:spChg chg="del mod">
          <ac:chgData name="Aswini Chinnasamy" userId="747a38e629acba16" providerId="LiveId" clId="{7BC40E3E-8DCE-4B79-8DE2-DBD290D7FC7B}" dt="2026-08-04T16:40:28.041" v="1741"/>
          <ac:spMkLst>
            <pc:docMk/>
            <pc:sldMk cId="3775288481" sldId="358"/>
            <ac:spMk id="3" creationId="{8F11A702-C4EA-E207-94AE-6D2E6970E1C6}"/>
          </ac:spMkLst>
        </pc:spChg>
        <pc:graphicFrameChg chg="add mod modGraphic">
          <ac:chgData name="Aswini Chinnasamy" userId="747a38e629acba16" providerId="LiveId" clId="{7BC40E3E-8DCE-4B79-8DE2-DBD290D7FC7B}" dt="2026-08-04T16:40:55.656" v="1745" actId="207"/>
          <ac:graphicFrameMkLst>
            <pc:docMk/>
            <pc:sldMk cId="3775288481" sldId="358"/>
            <ac:graphicFrameMk id="4" creationId="{29E80561-9A50-3069-35F0-801EAD256A87}"/>
          </ac:graphicFrameMkLst>
        </pc:graphicFrameChg>
      </pc:sldChg>
      <pc:sldChg chg="modSp new mod">
        <pc:chgData name="Aswini Chinnasamy" userId="747a38e629acba16" providerId="LiveId" clId="{7BC40E3E-8DCE-4B79-8DE2-DBD290D7FC7B}" dt="2026-08-05T05:25:06.366" v="1819" actId="5793"/>
        <pc:sldMkLst>
          <pc:docMk/>
          <pc:sldMk cId="1323413515" sldId="359"/>
        </pc:sldMkLst>
        <pc:spChg chg="mod">
          <ac:chgData name="Aswini Chinnasamy" userId="747a38e629acba16" providerId="LiveId" clId="{7BC40E3E-8DCE-4B79-8DE2-DBD290D7FC7B}" dt="2026-08-05T05:24:45.965" v="1811" actId="1076"/>
          <ac:spMkLst>
            <pc:docMk/>
            <pc:sldMk cId="1323413515" sldId="359"/>
            <ac:spMk id="2" creationId="{4A13D806-EC93-C6F9-7A5E-389F1BAA9C64}"/>
          </ac:spMkLst>
        </pc:spChg>
        <pc:spChg chg="mod">
          <ac:chgData name="Aswini Chinnasamy" userId="747a38e629acba16" providerId="LiveId" clId="{7BC40E3E-8DCE-4B79-8DE2-DBD290D7FC7B}" dt="2026-08-05T05:25:06.366" v="1819" actId="5793"/>
          <ac:spMkLst>
            <pc:docMk/>
            <pc:sldMk cId="1323413515" sldId="359"/>
            <ac:spMk id="3" creationId="{55EE9BAE-0002-2803-FF02-6C319F402124}"/>
          </ac:spMkLst>
        </pc:spChg>
      </pc:sldChg>
      <pc:sldChg chg="delSp modSp new mod">
        <pc:chgData name="Aswini Chinnasamy" userId="747a38e629acba16" providerId="LiveId" clId="{7BC40E3E-8DCE-4B79-8DE2-DBD290D7FC7B}" dt="2026-08-05T05:27:36.702" v="1836"/>
        <pc:sldMkLst>
          <pc:docMk/>
          <pc:sldMk cId="2644351815" sldId="360"/>
        </pc:sldMkLst>
        <pc:spChg chg="del">
          <ac:chgData name="Aswini Chinnasamy" userId="747a38e629acba16" providerId="LiveId" clId="{7BC40E3E-8DCE-4B79-8DE2-DBD290D7FC7B}" dt="2026-08-05T05:26:11.242" v="1821" actId="478"/>
          <ac:spMkLst>
            <pc:docMk/>
            <pc:sldMk cId="2644351815" sldId="360"/>
            <ac:spMk id="2" creationId="{9D890503-7558-AC34-A3E0-02D85DEAA8A0}"/>
          </ac:spMkLst>
        </pc:spChg>
        <pc:spChg chg="mod">
          <ac:chgData name="Aswini Chinnasamy" userId="747a38e629acba16" providerId="LiveId" clId="{7BC40E3E-8DCE-4B79-8DE2-DBD290D7FC7B}" dt="2026-08-05T05:27:36.702" v="1836"/>
          <ac:spMkLst>
            <pc:docMk/>
            <pc:sldMk cId="2644351815" sldId="360"/>
            <ac:spMk id="3" creationId="{BE7A1C47-D53B-EEC4-3337-E9ADDCAAD0AF}"/>
          </ac:spMkLst>
        </pc:spChg>
      </pc:sldChg>
      <pc:sldChg chg="delSp modSp new mod">
        <pc:chgData name="Aswini Chinnasamy" userId="747a38e629acba16" providerId="LiveId" clId="{7BC40E3E-8DCE-4B79-8DE2-DBD290D7FC7B}" dt="2026-08-05T05:29:15.131" v="1861" actId="113"/>
        <pc:sldMkLst>
          <pc:docMk/>
          <pc:sldMk cId="2037830023" sldId="361"/>
        </pc:sldMkLst>
        <pc:spChg chg="del">
          <ac:chgData name="Aswini Chinnasamy" userId="747a38e629acba16" providerId="LiveId" clId="{7BC40E3E-8DCE-4B79-8DE2-DBD290D7FC7B}" dt="2026-08-05T05:27:51.672" v="1838" actId="478"/>
          <ac:spMkLst>
            <pc:docMk/>
            <pc:sldMk cId="2037830023" sldId="361"/>
            <ac:spMk id="2" creationId="{2BBA96AA-38DF-77DE-F8CA-8150820F3FED}"/>
          </ac:spMkLst>
        </pc:spChg>
        <pc:spChg chg="mod">
          <ac:chgData name="Aswini Chinnasamy" userId="747a38e629acba16" providerId="LiveId" clId="{7BC40E3E-8DCE-4B79-8DE2-DBD290D7FC7B}" dt="2026-08-05T05:29:15.131" v="1861" actId="113"/>
          <ac:spMkLst>
            <pc:docMk/>
            <pc:sldMk cId="2037830023" sldId="361"/>
            <ac:spMk id="3" creationId="{328A653E-C8DE-53C8-C14B-6EE4479B9757}"/>
          </ac:spMkLst>
        </pc:spChg>
      </pc:sldChg>
      <pc:sldChg chg="modSp new mod">
        <pc:chgData name="Aswini Chinnasamy" userId="747a38e629acba16" providerId="LiveId" clId="{7BC40E3E-8DCE-4B79-8DE2-DBD290D7FC7B}" dt="2026-08-05T05:56:26.333" v="1944" actId="20577"/>
        <pc:sldMkLst>
          <pc:docMk/>
          <pc:sldMk cId="3614291467" sldId="362"/>
        </pc:sldMkLst>
        <pc:spChg chg="mod">
          <ac:chgData name="Aswini Chinnasamy" userId="747a38e629acba16" providerId="LiveId" clId="{7BC40E3E-8DCE-4B79-8DE2-DBD290D7FC7B}" dt="2026-08-05T05:56:09.103" v="1936" actId="1076"/>
          <ac:spMkLst>
            <pc:docMk/>
            <pc:sldMk cId="3614291467" sldId="362"/>
            <ac:spMk id="2" creationId="{EFCE2B53-A79B-CBCA-56AA-A64549BDCA46}"/>
          </ac:spMkLst>
        </pc:spChg>
        <pc:spChg chg="mod">
          <ac:chgData name="Aswini Chinnasamy" userId="747a38e629acba16" providerId="LiveId" clId="{7BC40E3E-8DCE-4B79-8DE2-DBD290D7FC7B}" dt="2026-08-05T05:56:26.333" v="1944" actId="20577"/>
          <ac:spMkLst>
            <pc:docMk/>
            <pc:sldMk cId="3614291467" sldId="362"/>
            <ac:spMk id="3" creationId="{F346607F-14AD-E725-348A-FA615577F09F}"/>
          </ac:spMkLst>
        </pc:spChg>
      </pc:sldChg>
      <pc:sldChg chg="delSp modSp new mod">
        <pc:chgData name="Aswini Chinnasamy" userId="747a38e629acba16" providerId="LiveId" clId="{7BC40E3E-8DCE-4B79-8DE2-DBD290D7FC7B}" dt="2026-08-05T06:19:37.650" v="2063" actId="20577"/>
        <pc:sldMkLst>
          <pc:docMk/>
          <pc:sldMk cId="796582171" sldId="363"/>
        </pc:sldMkLst>
        <pc:spChg chg="del">
          <ac:chgData name="Aswini Chinnasamy" userId="747a38e629acba16" providerId="LiveId" clId="{7BC40E3E-8DCE-4B79-8DE2-DBD290D7FC7B}" dt="2026-08-05T05:57:29.507" v="1946" actId="478"/>
          <ac:spMkLst>
            <pc:docMk/>
            <pc:sldMk cId="796582171" sldId="363"/>
            <ac:spMk id="2" creationId="{6DE4DE9A-72B6-4E18-9A1F-14F9FBFACDDE}"/>
          </ac:spMkLst>
        </pc:spChg>
        <pc:spChg chg="mod">
          <ac:chgData name="Aswini Chinnasamy" userId="747a38e629acba16" providerId="LiveId" clId="{7BC40E3E-8DCE-4B79-8DE2-DBD290D7FC7B}" dt="2026-08-05T06:19:37.650" v="2063" actId="20577"/>
          <ac:spMkLst>
            <pc:docMk/>
            <pc:sldMk cId="796582171" sldId="363"/>
            <ac:spMk id="3" creationId="{C6383191-EC0E-8341-864F-2FCA197AC5C3}"/>
          </ac:spMkLst>
        </pc:spChg>
      </pc:sldChg>
      <pc:sldChg chg="modSp new mod">
        <pc:chgData name="Aswini Chinnasamy" userId="747a38e629acba16" providerId="LiveId" clId="{7BC40E3E-8DCE-4B79-8DE2-DBD290D7FC7B}" dt="2026-08-05T06:04:07.135" v="2020" actId="1076"/>
        <pc:sldMkLst>
          <pc:docMk/>
          <pc:sldMk cId="2563582944" sldId="364"/>
        </pc:sldMkLst>
        <pc:spChg chg="mod">
          <ac:chgData name="Aswini Chinnasamy" userId="747a38e629acba16" providerId="LiveId" clId="{7BC40E3E-8DCE-4B79-8DE2-DBD290D7FC7B}" dt="2026-08-05T06:04:07.135" v="2020" actId="1076"/>
          <ac:spMkLst>
            <pc:docMk/>
            <pc:sldMk cId="2563582944" sldId="364"/>
            <ac:spMk id="2" creationId="{3BCDCA1D-8FE6-2158-C961-4609189E8A94}"/>
          </ac:spMkLst>
        </pc:spChg>
        <pc:spChg chg="mod">
          <ac:chgData name="Aswini Chinnasamy" userId="747a38e629acba16" providerId="LiveId" clId="{7BC40E3E-8DCE-4B79-8DE2-DBD290D7FC7B}" dt="2026-08-05T06:02:20.845" v="2019" actId="20577"/>
          <ac:spMkLst>
            <pc:docMk/>
            <pc:sldMk cId="2563582944" sldId="364"/>
            <ac:spMk id="3" creationId="{D65D3C06-E02D-7020-0BDD-BC77EA4ED882}"/>
          </ac:spMkLst>
        </pc:spChg>
      </pc:sldChg>
      <pc:sldChg chg="delSp modSp new mod">
        <pc:chgData name="Aswini Chinnasamy" userId="747a38e629acba16" providerId="LiveId" clId="{7BC40E3E-8DCE-4B79-8DE2-DBD290D7FC7B}" dt="2026-08-05T06:08:22.640" v="2049" actId="20577"/>
        <pc:sldMkLst>
          <pc:docMk/>
          <pc:sldMk cId="1194720090" sldId="365"/>
        </pc:sldMkLst>
        <pc:spChg chg="del mod">
          <ac:chgData name="Aswini Chinnasamy" userId="747a38e629acba16" providerId="LiveId" clId="{7BC40E3E-8DCE-4B79-8DE2-DBD290D7FC7B}" dt="2026-08-05T06:07:59.386" v="2037" actId="478"/>
          <ac:spMkLst>
            <pc:docMk/>
            <pc:sldMk cId="1194720090" sldId="365"/>
            <ac:spMk id="2" creationId="{BFF18806-6E17-C171-557D-409FCE65BA45}"/>
          </ac:spMkLst>
        </pc:spChg>
        <pc:spChg chg="mod">
          <ac:chgData name="Aswini Chinnasamy" userId="747a38e629acba16" providerId="LiveId" clId="{7BC40E3E-8DCE-4B79-8DE2-DBD290D7FC7B}" dt="2026-08-05T06:08:22.640" v="2049" actId="20577"/>
          <ac:spMkLst>
            <pc:docMk/>
            <pc:sldMk cId="1194720090" sldId="365"/>
            <ac:spMk id="3" creationId="{47EC7BA2-6DA7-03FA-EBE8-2AB9DC619D84}"/>
          </ac:spMkLst>
        </pc:spChg>
      </pc:sldChg>
      <pc:sldChg chg="modSp new mod">
        <pc:chgData name="Aswini Chinnasamy" userId="747a38e629acba16" providerId="LiveId" clId="{7BC40E3E-8DCE-4B79-8DE2-DBD290D7FC7B}" dt="2026-08-05T06:22:37.048" v="2087" actId="12"/>
        <pc:sldMkLst>
          <pc:docMk/>
          <pc:sldMk cId="2276028082" sldId="366"/>
        </pc:sldMkLst>
        <pc:spChg chg="mod">
          <ac:chgData name="Aswini Chinnasamy" userId="747a38e629acba16" providerId="LiveId" clId="{7BC40E3E-8DCE-4B79-8DE2-DBD290D7FC7B}" dt="2026-08-05T06:20:05.069" v="2067" actId="27636"/>
          <ac:spMkLst>
            <pc:docMk/>
            <pc:sldMk cId="2276028082" sldId="366"/>
            <ac:spMk id="2" creationId="{A2A6FC4C-1862-90CC-3DEB-730C6D603948}"/>
          </ac:spMkLst>
        </pc:spChg>
        <pc:spChg chg="mod">
          <ac:chgData name="Aswini Chinnasamy" userId="747a38e629acba16" providerId="LiveId" clId="{7BC40E3E-8DCE-4B79-8DE2-DBD290D7FC7B}" dt="2026-08-05T06:22:37.048" v="2087" actId="12"/>
          <ac:spMkLst>
            <pc:docMk/>
            <pc:sldMk cId="2276028082" sldId="366"/>
            <ac:spMk id="3" creationId="{25AA8C26-3F9B-D3AC-B3C2-AB2E0162D8DD}"/>
          </ac:spMkLst>
        </pc:spChg>
      </pc:sldChg>
      <pc:sldChg chg="modSp new mod">
        <pc:chgData name="Aswini Chinnasamy" userId="747a38e629acba16" providerId="LiveId" clId="{7BC40E3E-8DCE-4B79-8DE2-DBD290D7FC7B}" dt="2026-08-05T06:24:21.713" v="2111" actId="5793"/>
        <pc:sldMkLst>
          <pc:docMk/>
          <pc:sldMk cId="2014679296" sldId="367"/>
        </pc:sldMkLst>
        <pc:spChg chg="mod">
          <ac:chgData name="Aswini Chinnasamy" userId="747a38e629acba16" providerId="LiveId" clId="{7BC40E3E-8DCE-4B79-8DE2-DBD290D7FC7B}" dt="2026-08-05T06:24:11.502" v="2105" actId="1076"/>
          <ac:spMkLst>
            <pc:docMk/>
            <pc:sldMk cId="2014679296" sldId="367"/>
            <ac:spMk id="2" creationId="{3BE9A55F-CE08-F293-DB8B-3872C536FAD1}"/>
          </ac:spMkLst>
        </pc:spChg>
        <pc:spChg chg="mod">
          <ac:chgData name="Aswini Chinnasamy" userId="747a38e629acba16" providerId="LiveId" clId="{7BC40E3E-8DCE-4B79-8DE2-DBD290D7FC7B}" dt="2026-08-05T06:24:21.713" v="2111" actId="5793"/>
          <ac:spMkLst>
            <pc:docMk/>
            <pc:sldMk cId="2014679296" sldId="367"/>
            <ac:spMk id="3" creationId="{2D32E1E0-1764-67DB-101F-2E06FDF75E6A}"/>
          </ac:spMkLst>
        </pc:spChg>
      </pc:sldChg>
      <pc:sldChg chg="modSp new mod">
        <pc:chgData name="Aswini Chinnasamy" userId="747a38e629acba16" providerId="LiveId" clId="{7BC40E3E-8DCE-4B79-8DE2-DBD290D7FC7B}" dt="2026-08-05T06:25:41.805" v="2127"/>
        <pc:sldMkLst>
          <pc:docMk/>
          <pc:sldMk cId="1586482942" sldId="368"/>
        </pc:sldMkLst>
        <pc:spChg chg="mod">
          <ac:chgData name="Aswini Chinnasamy" userId="747a38e629acba16" providerId="LiveId" clId="{7BC40E3E-8DCE-4B79-8DE2-DBD290D7FC7B}" dt="2026-08-05T06:24:36.844" v="2115" actId="27636"/>
          <ac:spMkLst>
            <pc:docMk/>
            <pc:sldMk cId="1586482942" sldId="368"/>
            <ac:spMk id="2" creationId="{ADCA8410-A268-5904-6022-A9DA7BBFF420}"/>
          </ac:spMkLst>
        </pc:spChg>
        <pc:spChg chg="mod">
          <ac:chgData name="Aswini Chinnasamy" userId="747a38e629acba16" providerId="LiveId" clId="{7BC40E3E-8DCE-4B79-8DE2-DBD290D7FC7B}" dt="2026-08-05T06:25:41.805" v="2127"/>
          <ac:spMkLst>
            <pc:docMk/>
            <pc:sldMk cId="1586482942" sldId="368"/>
            <ac:spMk id="3" creationId="{369E9440-7776-B896-B4BB-5C7A2C091213}"/>
          </ac:spMkLst>
        </pc:spChg>
      </pc:sldChg>
      <pc:sldChg chg="addSp delSp modSp new mod">
        <pc:chgData name="Aswini Chinnasamy" userId="747a38e629acba16" providerId="LiveId" clId="{7BC40E3E-8DCE-4B79-8DE2-DBD290D7FC7B}" dt="2026-08-05T06:27:27.630" v="2139" actId="207"/>
        <pc:sldMkLst>
          <pc:docMk/>
          <pc:sldMk cId="522633046" sldId="369"/>
        </pc:sldMkLst>
        <pc:spChg chg="del mod">
          <ac:chgData name="Aswini Chinnasamy" userId="747a38e629acba16" providerId="LiveId" clId="{7BC40E3E-8DCE-4B79-8DE2-DBD290D7FC7B}" dt="2026-08-05T06:26:55.753" v="2130" actId="478"/>
          <ac:spMkLst>
            <pc:docMk/>
            <pc:sldMk cId="522633046" sldId="369"/>
            <ac:spMk id="2" creationId="{203F950A-A7E8-E1D1-9E37-BA152DF872C6}"/>
          </ac:spMkLst>
        </pc:spChg>
        <pc:spChg chg="del mod">
          <ac:chgData name="Aswini Chinnasamy" userId="747a38e629acba16" providerId="LiveId" clId="{7BC40E3E-8DCE-4B79-8DE2-DBD290D7FC7B}" dt="2026-08-05T06:27:03.042" v="2134"/>
          <ac:spMkLst>
            <pc:docMk/>
            <pc:sldMk cId="522633046" sldId="369"/>
            <ac:spMk id="3" creationId="{72E43EE6-B882-2DF8-A56D-EE6710FBE5B4}"/>
          </ac:spMkLst>
        </pc:spChg>
        <pc:graphicFrameChg chg="add mod modGraphic">
          <ac:chgData name="Aswini Chinnasamy" userId="747a38e629acba16" providerId="LiveId" clId="{7BC40E3E-8DCE-4B79-8DE2-DBD290D7FC7B}" dt="2026-08-05T06:27:27.630" v="2139" actId="207"/>
          <ac:graphicFrameMkLst>
            <pc:docMk/>
            <pc:sldMk cId="522633046" sldId="369"/>
            <ac:graphicFrameMk id="4" creationId="{C347E81A-C6A7-22FF-8869-814650A58329}"/>
          </ac:graphicFrameMkLst>
        </pc:graphicFrameChg>
      </pc:sldChg>
      <pc:sldChg chg="delSp modSp new mod">
        <pc:chgData name="Aswini Chinnasamy" userId="747a38e629acba16" providerId="LiveId" clId="{7BC40E3E-8DCE-4B79-8DE2-DBD290D7FC7B}" dt="2026-08-05T06:28:58.242" v="2166" actId="5793"/>
        <pc:sldMkLst>
          <pc:docMk/>
          <pc:sldMk cId="2565367781" sldId="370"/>
        </pc:sldMkLst>
        <pc:spChg chg="del">
          <ac:chgData name="Aswini Chinnasamy" userId="747a38e629acba16" providerId="LiveId" clId="{7BC40E3E-8DCE-4B79-8DE2-DBD290D7FC7B}" dt="2026-08-05T06:27:52.651" v="2141" actId="478"/>
          <ac:spMkLst>
            <pc:docMk/>
            <pc:sldMk cId="2565367781" sldId="370"/>
            <ac:spMk id="2" creationId="{5C86F15B-6EA2-B766-E6A2-6B50D2922FBE}"/>
          </ac:spMkLst>
        </pc:spChg>
        <pc:spChg chg="mod">
          <ac:chgData name="Aswini Chinnasamy" userId="747a38e629acba16" providerId="LiveId" clId="{7BC40E3E-8DCE-4B79-8DE2-DBD290D7FC7B}" dt="2026-08-05T06:28:58.242" v="2166" actId="5793"/>
          <ac:spMkLst>
            <pc:docMk/>
            <pc:sldMk cId="2565367781" sldId="370"/>
            <ac:spMk id="3" creationId="{480310FD-9915-110A-9BAE-AC090703C4D5}"/>
          </ac:spMkLst>
        </pc:spChg>
      </pc:sldChg>
      <pc:sldChg chg="delSp modSp new mod">
        <pc:chgData name="Aswini Chinnasamy" userId="747a38e629acba16" providerId="LiveId" clId="{7BC40E3E-8DCE-4B79-8DE2-DBD290D7FC7B}" dt="2026-08-05T06:30:32.730" v="2189"/>
        <pc:sldMkLst>
          <pc:docMk/>
          <pc:sldMk cId="3139167445" sldId="371"/>
        </pc:sldMkLst>
        <pc:spChg chg="del">
          <ac:chgData name="Aswini Chinnasamy" userId="747a38e629acba16" providerId="LiveId" clId="{7BC40E3E-8DCE-4B79-8DE2-DBD290D7FC7B}" dt="2026-08-05T06:29:17.924" v="2168" actId="478"/>
          <ac:spMkLst>
            <pc:docMk/>
            <pc:sldMk cId="3139167445" sldId="371"/>
            <ac:spMk id="2" creationId="{4584EFC1-E3AC-D1B7-08E6-A9C846F23CF7}"/>
          </ac:spMkLst>
        </pc:spChg>
        <pc:spChg chg="mod">
          <ac:chgData name="Aswini Chinnasamy" userId="747a38e629acba16" providerId="LiveId" clId="{7BC40E3E-8DCE-4B79-8DE2-DBD290D7FC7B}" dt="2026-08-05T06:30:32.730" v="2189"/>
          <ac:spMkLst>
            <pc:docMk/>
            <pc:sldMk cId="3139167445" sldId="371"/>
            <ac:spMk id="3" creationId="{5FA5576F-D8A3-0205-3F84-8744CF8BE31F}"/>
          </ac:spMkLst>
        </pc:spChg>
      </pc:sldChg>
      <pc:sldChg chg="delSp modSp new del mod">
        <pc:chgData name="Aswini Chinnasamy" userId="747a38e629acba16" providerId="LiveId" clId="{7BC40E3E-8DCE-4B79-8DE2-DBD290D7FC7B}" dt="2026-08-05T07:34:07.595" v="2207" actId="47"/>
        <pc:sldMkLst>
          <pc:docMk/>
          <pc:sldMk cId="4243544333" sldId="372"/>
        </pc:sldMkLst>
        <pc:spChg chg="del">
          <ac:chgData name="Aswini Chinnasamy" userId="747a38e629acba16" providerId="LiveId" clId="{7BC40E3E-8DCE-4B79-8DE2-DBD290D7FC7B}" dt="2026-08-05T06:32:23.630" v="2193" actId="478"/>
          <ac:spMkLst>
            <pc:docMk/>
            <pc:sldMk cId="4243544333" sldId="372"/>
            <ac:spMk id="2" creationId="{9DBD98F2-DE0B-4464-09F1-FC8163982F8B}"/>
          </ac:spMkLst>
        </pc:spChg>
        <pc:spChg chg="mod">
          <ac:chgData name="Aswini Chinnasamy" userId="747a38e629acba16" providerId="LiveId" clId="{7BC40E3E-8DCE-4B79-8DE2-DBD290D7FC7B}" dt="2026-08-05T06:32:45.721" v="2200" actId="20577"/>
          <ac:spMkLst>
            <pc:docMk/>
            <pc:sldMk cId="4243544333" sldId="372"/>
            <ac:spMk id="3" creationId="{3DB9486B-C8F2-24EE-BF87-2582E388F6C6}"/>
          </ac:spMkLst>
        </pc:spChg>
      </pc:sldChg>
      <pc:sldChg chg="modSp new del mod">
        <pc:chgData name="Aswini Chinnasamy" userId="747a38e629acba16" providerId="LiveId" clId="{7BC40E3E-8DCE-4B79-8DE2-DBD290D7FC7B}" dt="2026-08-05T07:34:04.586" v="2206" actId="47"/>
        <pc:sldMkLst>
          <pc:docMk/>
          <pc:sldMk cId="816803663" sldId="373"/>
        </pc:sldMkLst>
        <pc:spChg chg="mod">
          <ac:chgData name="Aswini Chinnasamy" userId="747a38e629acba16" providerId="LiveId" clId="{7BC40E3E-8DCE-4B79-8DE2-DBD290D7FC7B}" dt="2026-08-05T06:33:01.681" v="2203" actId="27636"/>
          <ac:spMkLst>
            <pc:docMk/>
            <pc:sldMk cId="816803663" sldId="373"/>
            <ac:spMk id="2" creationId="{EA4EBB87-14D4-8C7C-3538-BBAD201A58C5}"/>
          </ac:spMkLst>
        </pc:spChg>
        <pc:spChg chg="mod">
          <ac:chgData name="Aswini Chinnasamy" userId="747a38e629acba16" providerId="LiveId" clId="{7BC40E3E-8DCE-4B79-8DE2-DBD290D7FC7B}" dt="2026-08-05T06:33:06.778" v="2205" actId="14100"/>
          <ac:spMkLst>
            <pc:docMk/>
            <pc:sldMk cId="816803663" sldId="373"/>
            <ac:spMk id="3" creationId="{25176449-F184-4C41-AF38-C41442CA5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D254-A497-4D6B-8E59-2C6D2C4C26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CE6B2-7EDC-43A2-A14D-FA71B2418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59EA-1013-3046-6858-EB4951647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85340-739D-920C-945B-E2683B719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25AC2-03A5-96BA-C472-7CF42F53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E7FB9-D4A0-4163-C9C2-108DF1D4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5A37B-74F3-D332-7ECC-006D48AF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83CF-4C4F-FDA9-20EB-51B31635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7393-A203-64D3-0DE2-A7A119E1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38420-7CB3-F702-DC85-A6046788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F995F-3DAC-E378-45D6-7861A417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6B15-D9D0-5813-FE3A-AD9E48C3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2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163E-86F0-0F7A-1E13-F36EA73F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40E5-E228-4AE9-4855-1A2688720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C26C1-281D-3450-AF3C-CBD6B6740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50591-BFBC-EE74-2497-D40CAEB6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BC804-FDEE-E54F-8A3B-FFB3AC8C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20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8154-AF4C-72EF-33B9-E53CC018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6235A-101D-B220-9DB7-D1917C384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7B050-6E2D-80EB-BA98-2292AE5A9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CDB65-665D-D302-ACE3-25A8E81BE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FD59D-1149-C2E6-04D9-84A1AB40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A5145-13CD-A2E2-639B-1D14BA09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0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24CA-DA46-21B4-4503-C69AA300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AB51F-C07C-29C7-F832-8317E104C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DB8BD-ECE4-3485-E93F-1773B4DBD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C55D3-0579-31D0-1A50-BE41120EB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2FCB2-9F8C-D3FD-4BA9-A178AFD2F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1E587-027E-6B37-5E7E-9C2F6F00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128772-C2AB-54D0-30A1-69445EEE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87BFD-F7E8-812A-EB2D-FC17D130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21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D2D7-6A78-716F-8918-23A2F7C2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B3B49-730C-CB61-3E68-2CB8798D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5CBAF-20A2-AAAB-7A3C-E5C1249A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2B75B-76A0-237A-5F8A-C70D555D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3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2F96E-B490-64FD-FFE3-D0BBFC3F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8CA92-27C1-4669-5B67-0F5FB582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CA133-EAA1-75DD-6165-3D08EC3A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8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44A3-596E-0400-E5C6-B0536650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614B-814E-02E7-713C-109C447B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20D89-0550-215A-32B9-23AB15927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6930-4AAF-305B-49DB-78D94FE2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71BB0-B8E4-E82B-D62D-B65ED7C1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E8983-45A9-2B14-41F9-F36C77BC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4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3997-D97F-BF5B-CE5A-F4A37691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89BF3-0E9E-9DB7-02D9-DB7FB3A83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1718A-CCF9-15BF-7081-6EEF42A08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3E5FA-F11A-B7E6-F7A6-C47B368F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6F464-8A5D-AAC3-D1B6-568CF68B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A6E4A-210C-6E15-00CE-D4534E57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7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0049-1B02-CD68-794B-C931FCEE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50FFF-16FF-4DFA-6B52-43AF76A57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0E65D-8648-E79D-6D9C-6179363C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B6A0D-21AF-4741-700A-1EBE91D3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B4F36-4BDC-7518-E560-69F3B254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5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B051A-4FFE-F5C6-0E36-74EA17913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3BADF-BC6A-A457-878B-128843247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74439-3B20-DF46-9DA6-6C5DC61F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B072B-1197-7931-6C3A-3D81BEC2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492AF-71DA-1A82-85DF-A07BC3D2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4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3724F-5C96-1B9C-89A1-FD01043F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1DCBE-B99B-26BC-BEC6-651CADB3E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E021-7DA2-8548-0D61-7E3A75BD7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FCCD0-41E3-4C17-AC34-A749A4E9E76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55084-43AA-2045-0378-06E7EDA49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888A4-88A8-5609-E66F-C5E00E25B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2A792-EAF0-4778-A492-DD01EF28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1658541" y="890217"/>
            <a:ext cx="914400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625414" y="899619"/>
            <a:ext cx="6941172" cy="7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ctr">
              <a:buClr>
                <a:srgbClr val="002060"/>
              </a:buClr>
              <a:buSzPts val="2400"/>
            </a:pPr>
            <a:r>
              <a:rPr lang="en-IN" b="1" dirty="0" err="1">
                <a:latin typeface="Arial"/>
                <a:ea typeface="Arial"/>
                <a:cs typeface="Arial"/>
                <a:sym typeface="Arial"/>
              </a:rPr>
              <a:t>KGiSL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 Institute of Technology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(Approved by AICTE, New Delhi; Affiliated to Anna University, Chennai)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Recognized by UGC, Accredited by NBA (IT)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365,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KGiSL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 Campus,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Thudiyalur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 Road,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Saravanampatti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, Coimbatore – 641035.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716882" y="1784747"/>
            <a:ext cx="8603456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2275113" y="1796655"/>
            <a:ext cx="9427029" cy="46476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 algn="ctr">
              <a:lnSpc>
                <a:spcPct val="150000"/>
              </a:lnSpc>
              <a:defRPr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Artificial Intelligence and </a:t>
            </a:r>
          </a:p>
          <a:p>
            <a:pPr marL="257175" indent="-257175" algn="ctr">
              <a:lnSpc>
                <a:spcPct val="150000"/>
              </a:lnSpc>
              <a:defRPr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of the Faculty       : ASWINI.C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Subject Code &amp; Name    : 24UAMP10 - MLOPS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Branch &amp; Department    : B.E CSE(AI&amp;ML)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Year &amp; Semester            : III/V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Academic Year               : 2026-2027</a:t>
            </a:r>
          </a:p>
          <a:p>
            <a:pPr marL="257175" indent="-257175" algn="l">
              <a:buFont typeface="Arial" pitchFamily="34" charset="0"/>
              <a:buChar char="•"/>
              <a:defRPr/>
            </a:pPr>
            <a:endParaRPr lang="en-IN" sz="2400" kern="12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11" y="995364"/>
            <a:ext cx="821531" cy="650081"/>
          </a:xfrm>
          <a:prstGeom prst="rect">
            <a:avLst/>
          </a:prstGeom>
        </p:spPr>
      </p:pic>
      <p:pic>
        <p:nvPicPr>
          <p:cNvPr id="9" name="Picture 8" descr="C:\Users\902556\Downloads\Grade-A-NAACc-Badge (1)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035" y="979470"/>
            <a:ext cx="770283" cy="6818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2A070-3EDB-B991-B1E9-38CD2A3C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4F120-D7A6-42B7-87C3-B35ECABF4B42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244C2B-11EF-A576-F745-5DB52378C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360714"/>
            <a:ext cx="9274629" cy="389708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1E22E-444A-464B-11D1-6E02E19EC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10" y="2579915"/>
            <a:ext cx="11224154" cy="17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6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EE99-4C67-98C5-F95B-73B2271D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689771" cy="962932"/>
          </a:xfrm>
        </p:spPr>
        <p:txBody>
          <a:bodyPr/>
          <a:lstStyle/>
          <a:p>
            <a:r>
              <a:rPr lang="en-US" dirty="0"/>
              <a:t>Experiment Tracking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AAA5C-2B3C-C94E-6FE6-0489ABE4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8"/>
            <a:ext cx="11212286" cy="544285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dirty="0"/>
              <a:t>Experiment Tracking is the process of recording and managing all information generated during machine learning experiments.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records</a:t>
            </a:r>
          </a:p>
          <a:p>
            <a:r>
              <a:rPr lang="en-IN" dirty="0"/>
              <a:t>Hyperparameters </a:t>
            </a:r>
          </a:p>
          <a:p>
            <a:r>
              <a:rPr lang="en-IN" dirty="0"/>
              <a:t>Evaluation metrics </a:t>
            </a:r>
          </a:p>
          <a:p>
            <a:r>
              <a:rPr lang="en-IN" dirty="0"/>
              <a:t>Model versions </a:t>
            </a:r>
          </a:p>
          <a:p>
            <a:r>
              <a:rPr lang="en-IN" dirty="0"/>
              <a:t>Source code </a:t>
            </a:r>
          </a:p>
          <a:p>
            <a:r>
              <a:rPr lang="en-IN" dirty="0"/>
              <a:t>Dataset versions </a:t>
            </a:r>
          </a:p>
          <a:p>
            <a:r>
              <a:rPr lang="en-IN" dirty="0"/>
              <a:t>Training logs </a:t>
            </a:r>
          </a:p>
          <a:p>
            <a:r>
              <a:rPr lang="en-IN" dirty="0"/>
              <a:t>Artifacts</a:t>
            </a:r>
          </a:p>
        </p:txBody>
      </p:sp>
    </p:spTree>
    <p:extLst>
      <p:ext uri="{BB962C8B-B14F-4D97-AF65-F5344CB8AC3E}">
        <p14:creationId xmlns:p14="http://schemas.microsoft.com/office/powerpoint/2010/main" val="2267965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F92D-81C4-F9F6-A5B7-0FA662181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95857" cy="679904"/>
          </a:xfrm>
        </p:spPr>
        <p:txBody>
          <a:bodyPr>
            <a:normAutofit fontScale="90000"/>
          </a:bodyPr>
          <a:lstStyle/>
          <a:p>
            <a:r>
              <a:rPr lang="en-IN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A2678-4300-CDB2-7324-CFEC23BF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10755086" cy="5519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Parameters are the settings used before training the model.</a:t>
            </a:r>
          </a:p>
          <a:p>
            <a:pPr marL="0" indent="0">
              <a:buNone/>
            </a:pPr>
            <a:r>
              <a:rPr lang="en-IN" dirty="0"/>
              <a:t>Also called </a:t>
            </a:r>
            <a:r>
              <a:rPr lang="en-IN" b="1" dirty="0"/>
              <a:t>Hyperparameters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Learning Rate = 0.01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Epochs = 100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Batch Size = 32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Max Depth = 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Number of Trees = 100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Parameters control how the model learns.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48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26AA-020D-6FC1-5593-93532FD6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3DFC7-870B-5A82-57F3-E07393920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1154959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7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940A4-D2E2-7A0F-44BD-9C35B217C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5" y="1219200"/>
            <a:ext cx="11922610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1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6B85-DA91-6AC7-FEE0-591FABF95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a=</a:t>
            </a:r>
            <a:r>
              <a:rPr lang="en-IN" dirty="0" err="1"/>
              <a:t>np.array</a:t>
            </a:r>
            <a:r>
              <a:rPr lang="en-IN" dirty="0"/>
              <a:t>([12])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model.predict</a:t>
            </a:r>
            <a:r>
              <a:rPr lang="en-IN" dirty="0"/>
              <a:t>([a]))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1/1</a:t>
            </a:r>
            <a:r>
              <a:rPr lang="en-IN" dirty="0"/>
              <a:t> ━━━━━━━━━━━━━━━━━━━━ </a:t>
            </a:r>
            <a:r>
              <a:rPr lang="en-IN" b="1" dirty="0"/>
              <a:t>0s</a:t>
            </a:r>
            <a:r>
              <a:rPr lang="en-IN" dirty="0"/>
              <a:t> 40ms/step Result: [[22.59902]]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78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CC64-CD19-51AD-8268-E47BFDE2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E4305-677E-4A42-AEA9-33ADC77FB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52" y="2481943"/>
            <a:ext cx="11813096" cy="323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3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EFAB-17A3-E351-FCE0-F934F9F4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6462B-E2D9-C194-62AF-2A2DA6825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1718113"/>
            <a:ext cx="8926286" cy="414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7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64B3-666C-C44E-2024-E3D831F1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2CE9-FCB4-D5D0-CF5C-870D795C2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Random Forest: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n_estimators</a:t>
            </a:r>
            <a:r>
              <a:rPr lang="en-IN" dirty="0"/>
              <a:t> = 100</a:t>
            </a:r>
          </a:p>
          <a:p>
            <a:r>
              <a:rPr lang="en-IN" dirty="0" err="1"/>
              <a:t>max_depth</a:t>
            </a:r>
            <a:r>
              <a:rPr lang="en-IN" dirty="0"/>
              <a:t> = 10</a:t>
            </a:r>
          </a:p>
          <a:p>
            <a:r>
              <a:rPr lang="en-IN" dirty="0" err="1"/>
              <a:t>random_state</a:t>
            </a:r>
            <a:r>
              <a:rPr lang="en-IN" dirty="0"/>
              <a:t> = 42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2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B176-189A-3DA1-34A0-D8343ACD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1000"/>
            <a:ext cx="10570029" cy="579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Metrics</a:t>
            </a:r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dirty="0"/>
              <a:t>Metrics measure the performance of the trained model.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Classification Metrics</a:t>
            </a:r>
          </a:p>
          <a:p>
            <a:r>
              <a:rPr lang="en-IN" dirty="0"/>
              <a:t>Accuracy </a:t>
            </a:r>
          </a:p>
          <a:p>
            <a:r>
              <a:rPr lang="en-IN" dirty="0"/>
              <a:t>Precision </a:t>
            </a:r>
          </a:p>
          <a:p>
            <a:r>
              <a:rPr lang="en-IN" dirty="0"/>
              <a:t>Recall </a:t>
            </a:r>
          </a:p>
          <a:p>
            <a:r>
              <a:rPr lang="en-IN" dirty="0"/>
              <a:t>F1 Score </a:t>
            </a:r>
          </a:p>
          <a:p>
            <a:r>
              <a:rPr lang="en-IN" dirty="0"/>
              <a:t>ROC-AUC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931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90B3-5980-D3EB-89C3-65F0787B2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668000" cy="5414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Regression Metrics</a:t>
            </a:r>
          </a:p>
          <a:p>
            <a:r>
              <a:rPr lang="en-IN" dirty="0"/>
              <a:t>MAE </a:t>
            </a:r>
          </a:p>
          <a:p>
            <a:r>
              <a:rPr lang="en-IN" dirty="0"/>
              <a:t>MSE </a:t>
            </a:r>
          </a:p>
          <a:p>
            <a:r>
              <a:rPr lang="en-IN" dirty="0"/>
              <a:t>RMSE </a:t>
            </a:r>
          </a:p>
          <a:p>
            <a:r>
              <a:rPr lang="en-IN" dirty="0"/>
              <a:t>R² Score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735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C783-6857-51F5-AACC-3EB42700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82"/>
            <a:ext cx="10493829" cy="854075"/>
          </a:xfrm>
        </p:spPr>
        <p:txBody>
          <a:bodyPr/>
          <a:lstStyle/>
          <a:p>
            <a:r>
              <a:rPr lang="en-US" dirty="0"/>
              <a:t>Artifacts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EFBE-E5E9-8348-8B8A-31D21BBDD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1858"/>
            <a:ext cx="10798630" cy="536076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dirty="0"/>
              <a:t>Artifacts are files generated during an experiment that need to be stored for future reference.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Examples</a:t>
            </a:r>
          </a:p>
          <a:p>
            <a:r>
              <a:rPr lang="en-IN" dirty="0"/>
              <a:t>Trained Model </a:t>
            </a:r>
          </a:p>
          <a:p>
            <a:r>
              <a:rPr lang="en-IN" dirty="0"/>
              <a:t>Graphs </a:t>
            </a:r>
          </a:p>
          <a:p>
            <a:r>
              <a:rPr lang="en-IN" dirty="0"/>
              <a:t>Confusion Matrix </a:t>
            </a:r>
          </a:p>
          <a:p>
            <a:r>
              <a:rPr lang="en-IN" dirty="0"/>
              <a:t>ROC Curve </a:t>
            </a:r>
          </a:p>
          <a:p>
            <a:r>
              <a:rPr lang="en-IN" dirty="0"/>
              <a:t>Dataset Snapshot </a:t>
            </a:r>
          </a:p>
          <a:p>
            <a:r>
              <a:rPr lang="en-IN" dirty="0"/>
              <a:t>Feature Importance Plot </a:t>
            </a:r>
          </a:p>
          <a:p>
            <a:r>
              <a:rPr lang="en-IN" dirty="0"/>
              <a:t>Prediction Results </a:t>
            </a:r>
          </a:p>
          <a:p>
            <a:r>
              <a:rPr lang="en-IN" dirty="0"/>
              <a:t>Log Files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21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7941-CA89-F4DF-A307-8D41F009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1418"/>
          </a:xfrm>
        </p:spPr>
        <p:txBody>
          <a:bodyPr/>
          <a:lstStyle/>
          <a:p>
            <a:r>
              <a:rPr lang="en-US" dirty="0"/>
              <a:t>Logs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A0A2-8A59-18F0-807A-6183C9DD4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0515600" cy="479447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Logs record everything that happens during training.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5D2DB-D0CE-D992-4CE2-1E21CA74F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03" y="2057341"/>
            <a:ext cx="10711815" cy="422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02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E1B2-F2C4-20D8-9280-A0D3B5EF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6039E-D730-859C-74C2-807C33CA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14"/>
            <a:ext cx="10983686" cy="515982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MLflow</a:t>
            </a:r>
            <a:r>
              <a:rPr lang="en-IN" dirty="0"/>
              <a:t> is an open-source platform used for managing the machine learning lifecycle.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helps track: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Experiments </a:t>
            </a:r>
          </a:p>
          <a:p>
            <a:r>
              <a:rPr lang="en-IN" dirty="0"/>
              <a:t>Parameters </a:t>
            </a:r>
          </a:p>
          <a:p>
            <a:r>
              <a:rPr lang="en-IN" dirty="0"/>
              <a:t>Metrics </a:t>
            </a:r>
          </a:p>
          <a:p>
            <a:r>
              <a:rPr lang="en-IN" dirty="0"/>
              <a:t>Artifacts </a:t>
            </a:r>
          </a:p>
          <a:p>
            <a:r>
              <a:rPr lang="en-IN" dirty="0"/>
              <a:t>Models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08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1D7C6D-E6A5-9797-87D8-7BA0C7DD8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215311"/>
            <a:ext cx="7522030" cy="658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99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C10A0-AD66-E42F-075E-2CE84852B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57" y="945312"/>
            <a:ext cx="5867400" cy="57823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F73FCF-F727-B5B6-06AE-ECD08893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01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Mlflow</a:t>
            </a:r>
            <a:r>
              <a:rPr lang="en-US" dirty="0"/>
              <a:t>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25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BD01-4B45-9599-B711-81311C87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09514" cy="592818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Benefits of Experiment Tracking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DD13-46BF-F265-9B5F-3C8CE18E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886"/>
            <a:ext cx="10809514" cy="5023077"/>
          </a:xfrm>
        </p:spPr>
        <p:txBody>
          <a:bodyPr/>
          <a:lstStyle/>
          <a:p>
            <a:pPr lvl="0"/>
            <a:r>
              <a:rPr lang="en-IN" dirty="0"/>
              <a:t>Improves reproducibility. </a:t>
            </a:r>
          </a:p>
          <a:p>
            <a:pPr lvl="0"/>
            <a:r>
              <a:rPr lang="en-IN" dirty="0"/>
              <a:t>Saves all experiments. </a:t>
            </a:r>
          </a:p>
          <a:p>
            <a:pPr lvl="0"/>
            <a:r>
              <a:rPr lang="en-IN" dirty="0"/>
              <a:t>Easy model comparison. </a:t>
            </a:r>
          </a:p>
          <a:p>
            <a:pPr lvl="0"/>
            <a:r>
              <a:rPr lang="en-IN" dirty="0"/>
              <a:t>Supports teamwork. </a:t>
            </a:r>
          </a:p>
          <a:p>
            <a:pPr lvl="0"/>
            <a:r>
              <a:rPr lang="en-IN" dirty="0"/>
              <a:t>Simplifies debugging. </a:t>
            </a:r>
          </a:p>
          <a:p>
            <a:pPr lvl="0"/>
            <a:r>
              <a:rPr lang="en-IN" dirty="0"/>
              <a:t>Maintains experiment history. </a:t>
            </a:r>
          </a:p>
          <a:p>
            <a:pPr lvl="0"/>
            <a:r>
              <a:rPr lang="en-IN" dirty="0"/>
              <a:t>Helps identify the best-performing model. </a:t>
            </a:r>
          </a:p>
          <a:p>
            <a:pPr lvl="0"/>
            <a:r>
              <a:rPr lang="en-IN" dirty="0"/>
              <a:t>Facilitates deployment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7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D405-1160-11F8-D910-B86DFC67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1046"/>
          </a:xfrm>
        </p:spPr>
        <p:txBody>
          <a:bodyPr>
            <a:normAutofit fontScale="90000"/>
          </a:bodyPr>
          <a:lstStyle/>
          <a:p>
            <a:r>
              <a:rPr lang="en-IN" dirty="0"/>
              <a:t>Experiment Tracking in the </a:t>
            </a:r>
            <a:r>
              <a:rPr lang="en-IN" dirty="0" err="1"/>
              <a:t>MLOps</a:t>
            </a:r>
            <a:r>
              <a:rPr lang="en-IN" dirty="0"/>
              <a:t>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701D86-F514-FED2-DA1F-9302B00CC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0" y="936172"/>
            <a:ext cx="5704115" cy="5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38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C591-E018-A481-A00B-F6BC7A1C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0440"/>
            <a:ext cx="10613571" cy="854075"/>
          </a:xfrm>
        </p:spPr>
        <p:txBody>
          <a:bodyPr/>
          <a:lstStyle/>
          <a:p>
            <a:r>
              <a:rPr lang="en-IN" dirty="0"/>
              <a:t>Experiment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5CCD0-FD44-00BD-A084-ED645D821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4515"/>
            <a:ext cx="10907487" cy="5410200"/>
          </a:xfrm>
        </p:spPr>
        <p:txBody>
          <a:bodyPr/>
          <a:lstStyle/>
          <a:p>
            <a:r>
              <a:rPr lang="en-IN" dirty="0"/>
              <a:t>Evaluating multiple machine learning experiments based on their parameters, metrics, and artifacts to identify the best-performing model.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159165-22F2-85CB-408F-18DF7EB1A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928384"/>
              </p:ext>
            </p:extLst>
          </p:nvPr>
        </p:nvGraphicFramePr>
        <p:xfrm>
          <a:off x="838200" y="2895600"/>
          <a:ext cx="10515600" cy="3048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431289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76109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39444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9220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Run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5973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299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75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383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69C23D-FD37-AA89-FD87-996436554F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864333"/>
              </p:ext>
            </p:extLst>
          </p:nvPr>
        </p:nvGraphicFramePr>
        <p:xfrm>
          <a:off x="1017587" y="1872343"/>
          <a:ext cx="10515600" cy="420188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1757540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684547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025271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64225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44387644"/>
                    </a:ext>
                  </a:extLst>
                </a:gridCol>
              </a:tblGrid>
              <a:tr h="84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04542"/>
                  </a:ext>
                </a:extLst>
              </a:tr>
              <a:tr h="84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43022"/>
                  </a:ext>
                </a:extLst>
              </a:tr>
              <a:tr h="84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744987"/>
                  </a:ext>
                </a:extLst>
              </a:tr>
              <a:tr h="84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176874"/>
                  </a:ext>
                </a:extLst>
              </a:tr>
              <a:tr h="84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136350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A2A3A617-277C-B9C1-250B-BA4CD240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0440"/>
            <a:ext cx="10613571" cy="854075"/>
          </a:xfrm>
        </p:spPr>
        <p:txBody>
          <a:bodyPr/>
          <a:lstStyle/>
          <a:p>
            <a:r>
              <a:rPr lang="en-IN" dirty="0"/>
              <a:t>Experiment Comparison</a:t>
            </a:r>
          </a:p>
        </p:txBody>
      </p:sp>
    </p:spTree>
    <p:extLst>
      <p:ext uri="{BB962C8B-B14F-4D97-AF65-F5344CB8AC3E}">
        <p14:creationId xmlns:p14="http://schemas.microsoft.com/office/powerpoint/2010/main" val="721586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F447-3CF2-0AE5-AE37-D6714F46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1418"/>
          </a:xfrm>
        </p:spPr>
        <p:txBody>
          <a:bodyPr/>
          <a:lstStyle/>
          <a:p>
            <a:r>
              <a:rPr lang="en-US" dirty="0"/>
              <a:t>Overfitting and Underfitting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A3C6-25EC-0352-02F6-5841ED4D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Training Accuracy: 99%</a:t>
            </a:r>
          </a:p>
          <a:p>
            <a:pPr marL="0" indent="0">
              <a:buNone/>
            </a:pPr>
            <a:r>
              <a:rPr lang="en-US" dirty="0"/>
              <a:t>Testing Accuracy : 65%</a:t>
            </a:r>
          </a:p>
          <a:p>
            <a:pPr marL="0" indent="0">
              <a:buNone/>
            </a:pPr>
            <a:r>
              <a:rPr lang="en-US" dirty="0"/>
              <a:t>Because of Overfitting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Accuracy :60%</a:t>
            </a:r>
          </a:p>
          <a:p>
            <a:pPr marL="0" indent="0">
              <a:buNone/>
            </a:pPr>
            <a:r>
              <a:rPr lang="en-US" dirty="0"/>
              <a:t>Testing Accuracy :58%</a:t>
            </a:r>
          </a:p>
          <a:p>
            <a:pPr marL="0" indent="0">
              <a:buNone/>
            </a:pPr>
            <a:r>
              <a:rPr lang="en-US" dirty="0"/>
              <a:t>Because of Underfitting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023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9F3E-107A-176D-533A-6A4E7C43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en-US" dirty="0"/>
              <a:t>Underfitting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FE08-7541-61C8-2AF5-729E8D3B3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58"/>
            <a:ext cx="10515600" cy="500130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model that performs poorly on both training and testing data.</a:t>
            </a:r>
          </a:p>
          <a:p>
            <a:r>
              <a:rPr lang="en-IN" dirty="0"/>
              <a:t>It fails to learn patterns.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Training Accuracy: 58%</a:t>
            </a:r>
          </a:p>
          <a:p>
            <a:pPr marL="0" indent="0">
              <a:buNone/>
            </a:pPr>
            <a:r>
              <a:rPr lang="en-IN" dirty="0"/>
              <a:t>Testing Accuracy: 56%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pPr lvl="0"/>
            <a:r>
              <a:rPr lang="en-IN" dirty="0"/>
              <a:t>High bias </a:t>
            </a:r>
          </a:p>
          <a:p>
            <a:pPr lvl="0"/>
            <a:r>
              <a:rPr lang="en-IN" dirty="0"/>
              <a:t>Low variance </a:t>
            </a:r>
          </a:p>
          <a:p>
            <a:pPr lvl="0"/>
            <a:r>
              <a:rPr lang="en-IN" dirty="0"/>
              <a:t>Poor predictions </a:t>
            </a:r>
          </a:p>
          <a:p>
            <a:pPr lvl="0"/>
            <a:r>
              <a:rPr lang="en-IN" dirty="0"/>
              <a:t>Simple model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939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2438-B2C2-835C-1005-5D2CDCD2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74086" cy="734332"/>
          </a:xfrm>
        </p:spPr>
        <p:txBody>
          <a:bodyPr/>
          <a:lstStyle/>
          <a:p>
            <a:r>
              <a:rPr lang="en-US" dirty="0"/>
              <a:t>Causes of Underfitting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32E8-AAA9-E2CD-8041-6E1665BBD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5142"/>
            <a:ext cx="10951029" cy="5077731"/>
          </a:xfrm>
        </p:spPr>
        <p:txBody>
          <a:bodyPr/>
          <a:lstStyle/>
          <a:p>
            <a:pPr lvl="0"/>
            <a:r>
              <a:rPr lang="en-IN" dirty="0"/>
              <a:t>Too few features </a:t>
            </a:r>
          </a:p>
          <a:p>
            <a:pPr lvl="0"/>
            <a:r>
              <a:rPr lang="en-IN" dirty="0"/>
              <a:t>Insufficient training </a:t>
            </a:r>
          </a:p>
          <a:p>
            <a:pPr lvl="0"/>
            <a:r>
              <a:rPr lang="en-IN" dirty="0"/>
              <a:t>Very simple algorithm </a:t>
            </a:r>
          </a:p>
          <a:p>
            <a:pPr lvl="0"/>
            <a:r>
              <a:rPr lang="en-IN" dirty="0"/>
              <a:t>Incorrect parameters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Solutions</a:t>
            </a:r>
          </a:p>
          <a:p>
            <a:r>
              <a:rPr lang="en-IN" dirty="0"/>
              <a:t>Increase</a:t>
            </a:r>
          </a:p>
          <a:p>
            <a:pPr lvl="0"/>
            <a:r>
              <a:rPr lang="en-IN" dirty="0"/>
              <a:t>Features </a:t>
            </a:r>
          </a:p>
          <a:p>
            <a:pPr lvl="0"/>
            <a:r>
              <a:rPr lang="en-IN" dirty="0"/>
              <a:t>Training time </a:t>
            </a:r>
          </a:p>
          <a:p>
            <a:pPr lvl="0"/>
            <a:r>
              <a:rPr lang="en-IN" dirty="0"/>
              <a:t>Model complexity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328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ADC4-4605-11E1-73DD-A14868D4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02686" cy="984704"/>
          </a:xfrm>
        </p:spPr>
        <p:txBody>
          <a:bodyPr/>
          <a:lstStyle/>
          <a:p>
            <a:r>
              <a:rPr lang="en-US" dirty="0"/>
              <a:t>Overfitting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FCACD-ECD7-9DFF-90B4-3FA4C8C62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30"/>
            <a:ext cx="10951030" cy="5061856"/>
          </a:xfrm>
        </p:spPr>
        <p:txBody>
          <a:bodyPr/>
          <a:lstStyle/>
          <a:p>
            <a:r>
              <a:rPr lang="en-IN" dirty="0"/>
              <a:t>A model that memorizes training data but performs poorly on unseen data.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Training Accuracy: 99%</a:t>
            </a:r>
          </a:p>
          <a:p>
            <a:pPr marL="0" indent="0">
              <a:buNone/>
            </a:pPr>
            <a:r>
              <a:rPr lang="en-IN" dirty="0"/>
              <a:t>Testing Accuracy: 72%</a:t>
            </a:r>
          </a:p>
        </p:txBody>
      </p:sp>
    </p:spTree>
    <p:extLst>
      <p:ext uri="{BB962C8B-B14F-4D97-AF65-F5344CB8AC3E}">
        <p14:creationId xmlns:p14="http://schemas.microsoft.com/office/powerpoint/2010/main" val="820308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3A1F-84B3-DBB0-215B-EE82FAA6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D6EF-64F1-A75B-3B9C-24D4AE332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Characteristics</a:t>
            </a:r>
          </a:p>
          <a:p>
            <a:pPr lvl="0"/>
            <a:r>
              <a:rPr lang="en-IN" dirty="0"/>
              <a:t>Low bias </a:t>
            </a:r>
          </a:p>
          <a:p>
            <a:pPr lvl="0"/>
            <a:r>
              <a:rPr lang="en-IN" dirty="0"/>
              <a:t>High variance </a:t>
            </a:r>
          </a:p>
          <a:p>
            <a:pPr lvl="0"/>
            <a:r>
              <a:rPr lang="en-IN" dirty="0"/>
              <a:t>Poor generalization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68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5755-50FF-F5C7-96DD-ACBFA7C4A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942"/>
            <a:ext cx="10951029" cy="65096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Causes</a:t>
            </a:r>
          </a:p>
          <a:p>
            <a:pPr lvl="0"/>
            <a:r>
              <a:rPr lang="en-IN" dirty="0"/>
              <a:t>Too many features </a:t>
            </a:r>
          </a:p>
          <a:p>
            <a:pPr lvl="0"/>
            <a:r>
              <a:rPr lang="en-IN" dirty="0"/>
              <a:t>Very deep trees </a:t>
            </a:r>
          </a:p>
          <a:p>
            <a:pPr lvl="0"/>
            <a:r>
              <a:rPr lang="en-IN" dirty="0"/>
              <a:t>Too many epochs </a:t>
            </a:r>
          </a:p>
          <a:p>
            <a:pPr lvl="0"/>
            <a:r>
              <a:rPr lang="en-IN" dirty="0"/>
              <a:t>Small dataset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Solutions</a:t>
            </a:r>
          </a:p>
          <a:p>
            <a:pPr lvl="0"/>
            <a:r>
              <a:rPr lang="en-IN" dirty="0"/>
              <a:t>More data </a:t>
            </a:r>
          </a:p>
          <a:p>
            <a:pPr lvl="0"/>
            <a:r>
              <a:rPr lang="en-IN" dirty="0"/>
              <a:t>Regularization </a:t>
            </a:r>
          </a:p>
          <a:p>
            <a:pPr lvl="0"/>
            <a:r>
              <a:rPr lang="en-IN" dirty="0"/>
              <a:t>Early stopping </a:t>
            </a:r>
          </a:p>
          <a:p>
            <a:pPr lvl="0"/>
            <a:r>
              <a:rPr lang="en-IN" dirty="0"/>
              <a:t>Reduce complexity </a:t>
            </a:r>
          </a:p>
          <a:p>
            <a:pPr lvl="0"/>
            <a:r>
              <a:rPr lang="en-IN" dirty="0"/>
              <a:t>Cross validation </a:t>
            </a:r>
          </a:p>
          <a:p>
            <a:pPr lvl="0"/>
            <a:r>
              <a:rPr lang="en-IN" dirty="0"/>
              <a:t>Pruning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487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4DAA-EFE6-D0D8-159F-20D5ED1D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9400" cy="832304"/>
          </a:xfrm>
        </p:spPr>
        <p:txBody>
          <a:bodyPr/>
          <a:lstStyle/>
          <a:p>
            <a:r>
              <a:rPr lang="en-US" dirty="0"/>
              <a:t>Good Fit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B7816-E5AB-AB5D-07E0-6E2B47F3C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4257"/>
            <a:ext cx="10831287" cy="52578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Training Accuracy: 95%</a:t>
            </a:r>
          </a:p>
          <a:p>
            <a:pPr marL="0" indent="0">
              <a:buNone/>
            </a:pPr>
            <a:r>
              <a:rPr lang="en-IN" dirty="0"/>
              <a:t>Testing Accuracy: 94%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1DC986-23F6-967C-CD13-381109B6C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89919"/>
              </p:ext>
            </p:extLst>
          </p:nvPr>
        </p:nvGraphicFramePr>
        <p:xfrm>
          <a:off x="838199" y="2699657"/>
          <a:ext cx="10515602" cy="3483428"/>
        </p:xfrm>
        <a:graphic>
          <a:graphicData uri="http://schemas.openxmlformats.org/drawingml/2006/table">
            <a:tbl>
              <a:tblPr/>
              <a:tblGrid>
                <a:gridCol w="5257801">
                  <a:extLst>
                    <a:ext uri="{9D8B030D-6E8A-4147-A177-3AD203B41FA5}">
                      <a16:colId xmlns:a16="http://schemas.microsoft.com/office/drawing/2014/main" val="2085884109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799790033"/>
                    </a:ext>
                  </a:extLst>
                </a:gridCol>
              </a:tblGrid>
              <a:tr h="870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304685"/>
                  </a:ext>
                </a:extLst>
              </a:tr>
              <a:tr h="870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due to overly simple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Error due to excessive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095920"/>
                  </a:ext>
                </a:extLst>
              </a:tr>
              <a:tr h="870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Causes Underfitting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Causes 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583817"/>
                  </a:ext>
                </a:extLst>
              </a:tr>
              <a:tr h="870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training accuracy but poor testing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55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960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11FE-3816-CDC6-E743-EC181092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</a:t>
            </a:r>
            <a:r>
              <a:rPr lang="en-US" dirty="0" err="1"/>
              <a:t>Overfitting,Underfitting,Goodfit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6C03-073A-C344-7849-53FA45122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5" y="1796369"/>
            <a:ext cx="10341429" cy="46965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 Accuracy =99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Accuracy =72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455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B522-EB75-56F4-CDED-0781AB5F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114"/>
            <a:ext cx="10384971" cy="54258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Run 2: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train_accuracy</a:t>
            </a:r>
            <a:r>
              <a:rPr lang="en-US" dirty="0"/>
              <a:t>=61</a:t>
            </a:r>
          </a:p>
          <a:p>
            <a:pPr marL="0" indent="0">
              <a:buNone/>
            </a:pPr>
            <a:r>
              <a:rPr lang="en-US" dirty="0" err="1"/>
              <a:t>test_accuracy</a:t>
            </a:r>
            <a:r>
              <a:rPr lang="en-US" dirty="0"/>
              <a:t>=59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3:</a:t>
            </a:r>
          </a:p>
          <a:p>
            <a:pPr marL="0" indent="0">
              <a:buNone/>
            </a:pPr>
            <a:r>
              <a:rPr lang="en-US" dirty="0" err="1"/>
              <a:t>train_accuracy</a:t>
            </a:r>
            <a:r>
              <a:rPr lang="en-US" dirty="0"/>
              <a:t>=95</a:t>
            </a:r>
          </a:p>
          <a:p>
            <a:pPr marL="0" indent="0">
              <a:buNone/>
            </a:pPr>
            <a:r>
              <a:rPr lang="en-US" dirty="0" err="1"/>
              <a:t>test_accuracy</a:t>
            </a:r>
            <a:r>
              <a:rPr lang="en-US" dirty="0"/>
              <a:t>=94</a:t>
            </a:r>
          </a:p>
          <a:p>
            <a:pPr marL="0" indent="0" algn="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54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AC7C-F4C8-DDCF-5A5A-F5D7874D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Bias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D0E00-0F7D-868E-693E-5C571F94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058"/>
            <a:ext cx="11114314" cy="5791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Error caused by a model making overly simple assumptions and failing to learn the actual patterns in the data.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A model with high bias does not learn enough from the training data.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Practical example:</a:t>
            </a:r>
          </a:p>
          <a:p>
            <a:pPr marL="0" indent="0">
              <a:buNone/>
            </a:pPr>
            <a:r>
              <a:rPr lang="en-IN" dirty="0"/>
              <a:t>Suppose we want to predict student marks using:</a:t>
            </a:r>
          </a:p>
          <a:p>
            <a:pPr lvl="0"/>
            <a:r>
              <a:rPr lang="en-IN" dirty="0"/>
              <a:t>Study hours </a:t>
            </a:r>
          </a:p>
          <a:p>
            <a:pPr lvl="0"/>
            <a:r>
              <a:rPr lang="en-IN" dirty="0"/>
              <a:t>Attendance </a:t>
            </a:r>
          </a:p>
          <a:p>
            <a:pPr lvl="0"/>
            <a:r>
              <a:rPr lang="en-IN" dirty="0"/>
              <a:t>Previous marks </a:t>
            </a:r>
          </a:p>
          <a:p>
            <a:pPr lvl="0"/>
            <a:r>
              <a:rPr lang="en-IN" dirty="0"/>
              <a:t>Assignment score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137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7A95-4F57-2ABC-9850-B1A76A7F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7" y="859971"/>
            <a:ext cx="10972800" cy="649877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Simple student example</a:t>
            </a:r>
          </a:p>
          <a:p>
            <a:r>
              <a:rPr lang="en-IN" dirty="0"/>
              <a:t>Assume a student studies only one chapter for an examination.</a:t>
            </a:r>
          </a:p>
          <a:p>
            <a:r>
              <a:rPr lang="en-IN" dirty="0"/>
              <a:t>The student does not understand the complete syllabus.</a:t>
            </a:r>
          </a:p>
          <a:p>
            <a:r>
              <a:rPr lang="en-IN" dirty="0"/>
              <a:t>Therefore:</a:t>
            </a:r>
          </a:p>
          <a:p>
            <a:pPr lvl="0"/>
            <a:r>
              <a:rPr lang="en-IN" dirty="0"/>
              <a:t>Performance in practice tests → Poor </a:t>
            </a:r>
          </a:p>
          <a:p>
            <a:pPr lvl="0"/>
            <a:r>
              <a:rPr lang="en-IN" dirty="0"/>
              <a:t>Performance in the final examination → Poor </a:t>
            </a:r>
          </a:p>
          <a:p>
            <a:pPr marL="0" indent="0">
              <a:buNone/>
            </a:pPr>
            <a:r>
              <a:rPr lang="en-IN" dirty="0"/>
              <a:t>This is similar to a </a:t>
            </a:r>
            <a:r>
              <a:rPr lang="en-IN" b="1" dirty="0"/>
              <a:t>high-bias model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The model has learned too little.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951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4019-0C78-9CB4-DA0F-DF400CC1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298"/>
            <a:ext cx="10199914" cy="756104"/>
          </a:xfrm>
        </p:spPr>
        <p:txBody>
          <a:bodyPr/>
          <a:lstStyle/>
          <a:p>
            <a:r>
              <a:rPr lang="en-IN" dirty="0"/>
              <a:t>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5E505-19B9-C748-C180-7A0CD2FF0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21230"/>
            <a:ext cx="10874829" cy="53716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Variance represents how sensitive a model is to changes in the training data.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 high-variance model learns the training data too closely.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Actual patterns </a:t>
            </a:r>
          </a:p>
          <a:p>
            <a:pPr lvl="0"/>
            <a:r>
              <a:rPr lang="en-IN" dirty="0"/>
              <a:t>Noise </a:t>
            </a:r>
          </a:p>
          <a:p>
            <a:pPr lvl="0"/>
            <a:r>
              <a:rPr lang="en-IN" dirty="0"/>
              <a:t>Random variations </a:t>
            </a:r>
          </a:p>
          <a:p>
            <a:pPr lvl="0"/>
            <a:r>
              <a:rPr lang="en-IN" dirty="0"/>
              <a:t>Unnecessary details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performs very well on the training data but poorly on unseen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622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0732-3676-C3DD-63E5-ACB39E73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971"/>
            <a:ext cx="11212286" cy="610688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Simple student example</a:t>
            </a:r>
          </a:p>
          <a:p>
            <a:r>
              <a:rPr lang="en-IN" dirty="0"/>
              <a:t>A student memorizes all answers from one previous-year question paper.</a:t>
            </a:r>
          </a:p>
          <a:p>
            <a:r>
              <a:rPr lang="en-IN" dirty="0"/>
              <a:t>The student scores:</a:t>
            </a:r>
          </a:p>
          <a:p>
            <a:r>
              <a:rPr lang="en-IN" dirty="0"/>
              <a:t>Same practice paper = 100%</a:t>
            </a:r>
          </a:p>
          <a:p>
            <a:r>
              <a:rPr lang="en-IN" dirty="0"/>
              <a:t>New question paper = 60%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student memorized the old questions but did not understand the concepts.</a:t>
            </a:r>
          </a:p>
          <a:p>
            <a:r>
              <a:rPr lang="en-IN" dirty="0"/>
              <a:t>This is similar to a </a:t>
            </a:r>
            <a:r>
              <a:rPr lang="en-IN" b="1" dirty="0"/>
              <a:t>high-variance model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103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4896F7-BC2F-3A39-2FE7-021EC0ABF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1" y="219008"/>
            <a:ext cx="11516330" cy="638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99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A21F-2DAD-B27E-4075-533DCD66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257958-86DC-8425-7BDD-431A0F921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573940"/>
              </p:ext>
            </p:extLst>
          </p:nvPr>
        </p:nvGraphicFramePr>
        <p:xfrm>
          <a:off x="108858" y="1690688"/>
          <a:ext cx="11658600" cy="45620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43837364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12984552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83498953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702948295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08306273"/>
                    </a:ext>
                  </a:extLst>
                </a:gridCol>
              </a:tblGrid>
              <a:tr h="5886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Training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Testing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Accuracy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94851"/>
                  </a:ext>
                </a:extLst>
              </a:tr>
              <a:tr h="147162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92.71%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91.23%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1.49%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model; low gap and good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21440"/>
                  </a:ext>
                </a:extLst>
              </a:tr>
              <a:tr h="147162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99.25%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92.40%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6.85%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testing accuracy; some 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858846"/>
                  </a:ext>
                </a:extLst>
              </a:tr>
              <a:tr h="103013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100.00%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91.81%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8.19%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Highest overfitting among the three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1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49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6A84FA-02BB-5FAE-A0AF-3F4549BF0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355564"/>
            <a:ext cx="11612525" cy="63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16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22BB-FA93-6BFE-9997-06340FEE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54343" cy="701675"/>
          </a:xfrm>
        </p:spPr>
        <p:txBody>
          <a:bodyPr/>
          <a:lstStyle/>
          <a:p>
            <a:r>
              <a:rPr lang="en-US" dirty="0"/>
              <a:t>Feature Store Fundamentals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4BE53-360C-EAF5-CFFD-0E176986F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256" y="1322160"/>
            <a:ext cx="10559143" cy="53834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Feature: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dirty="0"/>
              <a:t>	Individual measurable property or input variable used by a machine learning model to make predictions.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Feature also called as:</a:t>
            </a:r>
          </a:p>
          <a:p>
            <a:pPr lvl="0"/>
            <a:r>
              <a:rPr lang="en-IN" dirty="0"/>
              <a:t>Input variables </a:t>
            </a:r>
          </a:p>
          <a:p>
            <a:pPr lvl="0"/>
            <a:r>
              <a:rPr lang="en-IN" dirty="0"/>
              <a:t>Predictor variables </a:t>
            </a:r>
          </a:p>
          <a:p>
            <a:pPr lvl="0"/>
            <a:r>
              <a:rPr lang="en-IN" dirty="0"/>
              <a:t>Independent variables </a:t>
            </a:r>
          </a:p>
          <a:p>
            <a:pPr lvl="0"/>
            <a:r>
              <a:rPr lang="en-IN" dirty="0"/>
              <a:t>Attributes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Ex: Student performance prediction system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866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EBCB-1F77-3104-15E4-FB54A3C5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9256" cy="854075"/>
          </a:xfrm>
        </p:spPr>
        <p:txBody>
          <a:bodyPr/>
          <a:lstStyle/>
          <a:p>
            <a:r>
              <a:rPr lang="en-IN" dirty="0"/>
              <a:t>Student performance prediction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A0E23-E17C-833D-1D1A-746E3032C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296926"/>
              </p:ext>
            </p:extLst>
          </p:nvPr>
        </p:nvGraphicFramePr>
        <p:xfrm>
          <a:off x="424883" y="1534886"/>
          <a:ext cx="10929255" cy="3995056"/>
        </p:xfrm>
        <a:graphic>
          <a:graphicData uri="http://schemas.openxmlformats.org/drawingml/2006/table">
            <a:tbl>
              <a:tblPr/>
              <a:tblGrid>
                <a:gridCol w="2185851">
                  <a:extLst>
                    <a:ext uri="{9D8B030D-6E8A-4147-A177-3AD203B41FA5}">
                      <a16:colId xmlns:a16="http://schemas.microsoft.com/office/drawing/2014/main" val="3179612969"/>
                    </a:ext>
                  </a:extLst>
                </a:gridCol>
                <a:gridCol w="2185851">
                  <a:extLst>
                    <a:ext uri="{9D8B030D-6E8A-4147-A177-3AD203B41FA5}">
                      <a16:colId xmlns:a16="http://schemas.microsoft.com/office/drawing/2014/main" val="3754026071"/>
                    </a:ext>
                  </a:extLst>
                </a:gridCol>
                <a:gridCol w="2185851">
                  <a:extLst>
                    <a:ext uri="{9D8B030D-6E8A-4147-A177-3AD203B41FA5}">
                      <a16:colId xmlns:a16="http://schemas.microsoft.com/office/drawing/2014/main" val="4085949418"/>
                    </a:ext>
                  </a:extLst>
                </a:gridCol>
                <a:gridCol w="2185851">
                  <a:extLst>
                    <a:ext uri="{9D8B030D-6E8A-4147-A177-3AD203B41FA5}">
                      <a16:colId xmlns:a16="http://schemas.microsoft.com/office/drawing/2014/main" val="1201369897"/>
                    </a:ext>
                  </a:extLst>
                </a:gridCol>
                <a:gridCol w="2185851">
                  <a:extLst>
                    <a:ext uri="{9D8B030D-6E8A-4147-A177-3AD203B41FA5}">
                      <a16:colId xmlns:a16="http://schemas.microsoft.com/office/drawing/2014/main" val="3404128008"/>
                    </a:ext>
                  </a:extLst>
                </a:gridCol>
              </a:tblGrid>
              <a:tr h="99876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Previous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Assignment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913548"/>
                  </a:ext>
                </a:extLst>
              </a:tr>
              <a:tr h="99876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48485"/>
                  </a:ext>
                </a:extLst>
              </a:tr>
              <a:tr h="99876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62592"/>
                  </a:ext>
                </a:extLst>
              </a:tr>
              <a:tr h="99876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43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19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D82F2-BAC2-34C3-6656-98C6D7ACF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4800"/>
            <a:ext cx="10951030" cy="604157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Input features</a:t>
            </a:r>
          </a:p>
          <a:p>
            <a:pPr lvl="0"/>
            <a:r>
              <a:rPr lang="en-IN" dirty="0"/>
              <a:t>Attendance </a:t>
            </a:r>
          </a:p>
          <a:p>
            <a:pPr lvl="0"/>
            <a:r>
              <a:rPr lang="en-IN" dirty="0"/>
              <a:t>Study Hours </a:t>
            </a:r>
          </a:p>
          <a:p>
            <a:pPr lvl="0"/>
            <a:r>
              <a:rPr lang="en-IN" dirty="0"/>
              <a:t>Previous Marks </a:t>
            </a:r>
          </a:p>
          <a:p>
            <a:pPr lvl="0"/>
            <a:r>
              <a:rPr lang="en-IN" dirty="0"/>
              <a:t>Assignment Score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Target variable</a:t>
            </a:r>
          </a:p>
          <a:p>
            <a:pPr lvl="0"/>
            <a:r>
              <a:rPr lang="en-IN" dirty="0"/>
              <a:t>Final Result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241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844-B6B2-829D-801D-34A97E23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352314" cy="821418"/>
          </a:xfrm>
        </p:spPr>
        <p:txBody>
          <a:bodyPr/>
          <a:lstStyle/>
          <a:p>
            <a:r>
              <a:rPr lang="en-US" dirty="0"/>
              <a:t>Feature Representation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9C891C-0BAE-A686-F40B-09C22DB91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44" y="1069948"/>
            <a:ext cx="6117020" cy="57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51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BA62-A8B9-EACC-0838-E7D3E4CF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1418"/>
          </a:xfrm>
        </p:spPr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3E13-11D0-CE4B-30EF-6C85FCC6E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1741715"/>
            <a:ext cx="10744200" cy="54210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Process of creating, transforming, extracting, or modifying features from raw data to improve machine learning model performance.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Converts raw data into useful information that can be understood by an ML model.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94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C5A96A-F222-EC7C-53E9-CF1BE1356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676665"/>
              </p:ext>
            </p:extLst>
          </p:nvPr>
        </p:nvGraphicFramePr>
        <p:xfrm>
          <a:off x="838199" y="716733"/>
          <a:ext cx="10559144" cy="2440124"/>
        </p:xfrm>
        <a:graphic>
          <a:graphicData uri="http://schemas.openxmlformats.org/drawingml/2006/table">
            <a:tbl>
              <a:tblPr/>
              <a:tblGrid>
                <a:gridCol w="5279572">
                  <a:extLst>
                    <a:ext uri="{9D8B030D-6E8A-4147-A177-3AD203B41FA5}">
                      <a16:colId xmlns:a16="http://schemas.microsoft.com/office/drawing/2014/main" val="1042248332"/>
                    </a:ext>
                  </a:extLst>
                </a:gridCol>
                <a:gridCol w="5279572">
                  <a:extLst>
                    <a:ext uri="{9D8B030D-6E8A-4147-A177-3AD203B41FA5}">
                      <a16:colId xmlns:a16="http://schemas.microsoft.com/office/drawing/2014/main" val="353417133"/>
                    </a:ext>
                  </a:extLst>
                </a:gridCol>
              </a:tblGrid>
              <a:tr h="610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Date of 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662876"/>
                  </a:ext>
                </a:extLst>
              </a:tr>
              <a:tr h="610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2026-01-15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027120"/>
                  </a:ext>
                </a:extLst>
              </a:tr>
              <a:tr h="610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2026-06-20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/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742768"/>
                  </a:ext>
                </a:extLst>
              </a:tr>
              <a:tr h="610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2026-12-10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445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C5D783-A4E4-A444-1007-1EEF23A8F024}"/>
              </a:ext>
            </a:extLst>
          </p:cNvPr>
          <p:cNvSpPr txBox="1"/>
          <p:nvPr/>
        </p:nvSpPr>
        <p:spPr>
          <a:xfrm>
            <a:off x="838199" y="33318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Using feature engineering, we can create: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A89A81-C80B-E216-E917-49738FC48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06523"/>
              </p:ext>
            </p:extLst>
          </p:nvPr>
        </p:nvGraphicFramePr>
        <p:xfrm>
          <a:off x="838199" y="3968432"/>
          <a:ext cx="10961915" cy="2692844"/>
        </p:xfrm>
        <a:graphic>
          <a:graphicData uri="http://schemas.openxmlformats.org/drawingml/2006/table">
            <a:tbl>
              <a:tblPr/>
              <a:tblGrid>
                <a:gridCol w="2192383">
                  <a:extLst>
                    <a:ext uri="{9D8B030D-6E8A-4147-A177-3AD203B41FA5}">
                      <a16:colId xmlns:a16="http://schemas.microsoft.com/office/drawing/2014/main" val="3385915545"/>
                    </a:ext>
                  </a:extLst>
                </a:gridCol>
                <a:gridCol w="2192383">
                  <a:extLst>
                    <a:ext uri="{9D8B030D-6E8A-4147-A177-3AD203B41FA5}">
                      <a16:colId xmlns:a16="http://schemas.microsoft.com/office/drawing/2014/main" val="2908055600"/>
                    </a:ext>
                  </a:extLst>
                </a:gridCol>
                <a:gridCol w="2192383">
                  <a:extLst>
                    <a:ext uri="{9D8B030D-6E8A-4147-A177-3AD203B41FA5}">
                      <a16:colId xmlns:a16="http://schemas.microsoft.com/office/drawing/2014/main" val="3673870814"/>
                    </a:ext>
                  </a:extLst>
                </a:gridCol>
                <a:gridCol w="2192383">
                  <a:extLst>
                    <a:ext uri="{9D8B030D-6E8A-4147-A177-3AD203B41FA5}">
                      <a16:colId xmlns:a16="http://schemas.microsoft.com/office/drawing/2014/main" val="1674113326"/>
                    </a:ext>
                  </a:extLst>
                </a:gridCol>
                <a:gridCol w="2192383">
                  <a:extLst>
                    <a:ext uri="{9D8B030D-6E8A-4147-A177-3AD203B41FA5}">
                      <a16:colId xmlns:a16="http://schemas.microsoft.com/office/drawing/2014/main" val="2272492900"/>
                    </a:ext>
                  </a:extLst>
                </a:gridCol>
              </a:tblGrid>
              <a:tr h="673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4822"/>
                  </a:ext>
                </a:extLst>
              </a:tr>
              <a:tr h="673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2026-01-15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348097"/>
                  </a:ext>
                </a:extLst>
              </a:tr>
              <a:tr h="673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2026-06-20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741413"/>
                  </a:ext>
                </a:extLst>
              </a:tr>
              <a:tr h="673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2026-12-10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06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693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1ABE-057D-1BE9-A0FF-DB354B297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228600"/>
            <a:ext cx="11538857" cy="6357257"/>
          </a:xfrm>
        </p:spPr>
        <p:txBody>
          <a:bodyPr/>
          <a:lstStyle/>
          <a:p>
            <a:pPr lvl="0"/>
            <a:r>
              <a:rPr lang="en-IN" dirty="0"/>
              <a:t>Month is a new feature. </a:t>
            </a:r>
          </a:p>
          <a:p>
            <a:pPr lvl="0"/>
            <a:r>
              <a:rPr lang="en-IN" dirty="0"/>
              <a:t>Day is a new feature. </a:t>
            </a:r>
          </a:p>
          <a:p>
            <a:pPr lvl="0"/>
            <a:r>
              <a:rPr lang="en-IN" dirty="0"/>
              <a:t>Quarter is a new feature. </a:t>
            </a:r>
          </a:p>
          <a:p>
            <a:pPr lvl="0"/>
            <a:r>
              <a:rPr lang="en-IN" dirty="0"/>
              <a:t>Weekend is a new feature.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Common Feature Engineering Techniques:</a:t>
            </a:r>
          </a:p>
          <a:p>
            <a:pPr marL="0" lvl="0" indent="0">
              <a:buNone/>
            </a:pPr>
            <a:r>
              <a:rPr lang="en-IN" dirty="0"/>
              <a:t>1. Handling Missing Values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9D0A53-1787-EF2D-9ED8-059080B5E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298283"/>
              </p:ext>
            </p:extLst>
          </p:nvPr>
        </p:nvGraphicFramePr>
        <p:xfrm>
          <a:off x="293913" y="4010001"/>
          <a:ext cx="10885716" cy="2445228"/>
        </p:xfrm>
        <a:graphic>
          <a:graphicData uri="http://schemas.openxmlformats.org/drawingml/2006/table">
            <a:tbl>
              <a:tblPr/>
              <a:tblGrid>
                <a:gridCol w="5442858">
                  <a:extLst>
                    <a:ext uri="{9D8B030D-6E8A-4147-A177-3AD203B41FA5}">
                      <a16:colId xmlns:a16="http://schemas.microsoft.com/office/drawing/2014/main" val="3971900536"/>
                    </a:ext>
                  </a:extLst>
                </a:gridCol>
                <a:gridCol w="5442858">
                  <a:extLst>
                    <a:ext uri="{9D8B030D-6E8A-4147-A177-3AD203B41FA5}">
                      <a16:colId xmlns:a16="http://schemas.microsoft.com/office/drawing/2014/main" val="1218917135"/>
                    </a:ext>
                  </a:extLst>
                </a:gridCol>
              </a:tblGrid>
              <a:tr h="6113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351459"/>
                  </a:ext>
                </a:extLst>
              </a:tr>
              <a:tr h="6113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902835"/>
                  </a:ext>
                </a:extLst>
              </a:tr>
              <a:tr h="6113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Missing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47842"/>
                  </a:ext>
                </a:extLst>
              </a:tr>
              <a:tr h="6113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86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233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094F-0835-7E04-20D5-8A909A68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114"/>
            <a:ext cx="11059886" cy="63137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 missing age can be replaced using:</a:t>
            </a:r>
          </a:p>
          <a:p>
            <a:pPr lvl="0"/>
            <a:r>
              <a:rPr lang="en-IN" dirty="0"/>
              <a:t>Mean </a:t>
            </a:r>
          </a:p>
          <a:p>
            <a:pPr lvl="0"/>
            <a:r>
              <a:rPr lang="en-IN" dirty="0"/>
              <a:t>Median </a:t>
            </a:r>
          </a:p>
          <a:p>
            <a:pPr lvl="0"/>
            <a:r>
              <a:rPr lang="en-IN" dirty="0"/>
              <a:t>Mode </a:t>
            </a:r>
          </a:p>
          <a:p>
            <a:pPr lvl="0"/>
            <a:r>
              <a:rPr lang="en-IN" dirty="0"/>
              <a:t>A constant value</a:t>
            </a:r>
          </a:p>
          <a:p>
            <a:pPr marL="0" lvl="0" indent="0">
              <a:buNone/>
            </a:pPr>
            <a:r>
              <a:rPr lang="en-IN" dirty="0"/>
              <a:t>When a dataset contains missing values, we can replace the missing values using </a:t>
            </a:r>
            <a:r>
              <a:rPr lang="en-IN" b="1" dirty="0"/>
              <a:t>mean, median, or mode</a:t>
            </a:r>
            <a:r>
              <a:rPr lang="en-IN" dirty="0"/>
              <a:t>. This process is called </a:t>
            </a:r>
            <a:r>
              <a:rPr lang="en-IN" b="1" dirty="0"/>
              <a:t>imputation</a:t>
            </a:r>
            <a:r>
              <a:rPr lang="en-IN" dirty="0"/>
              <a:t>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choice depends mainly on:</a:t>
            </a:r>
          </a:p>
          <a:p>
            <a:pPr lvl="0"/>
            <a:r>
              <a:rPr lang="en-IN" dirty="0"/>
              <a:t>Whether the feature is </a:t>
            </a:r>
            <a:r>
              <a:rPr lang="en-IN" b="1" dirty="0"/>
              <a:t>numerical or categorical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Whether the data contains </a:t>
            </a:r>
            <a:r>
              <a:rPr lang="en-IN" b="1" dirty="0"/>
              <a:t>outliers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Whether the data distribution is </a:t>
            </a:r>
            <a:r>
              <a:rPr lang="en-IN" b="1" dirty="0"/>
              <a:t>symmetric or skewed</a:t>
            </a:r>
            <a:endParaRPr lang="en-IN" dirty="0"/>
          </a:p>
          <a:p>
            <a:pPr lvl="0"/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441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D806-EC93-C6F9-7A5E-389F1BAA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374086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Mean Imputation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9BAE-0002-2803-FF02-6C319F40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5030"/>
            <a:ext cx="11353801" cy="581297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mean</a:t>
            </a:r>
            <a:r>
              <a:rPr lang="en-IN" dirty="0"/>
              <a:t> is the average of all available numerical values.</a:t>
            </a:r>
          </a:p>
          <a:p>
            <a:pPr marL="0" indent="0">
              <a:buNone/>
            </a:pPr>
            <a:r>
              <a:rPr lang="en-IN" dirty="0"/>
              <a:t>Formula:</a:t>
            </a:r>
          </a:p>
          <a:p>
            <a:r>
              <a:rPr lang="en-IN" dirty="0"/>
              <a:t>Mean = Sum of all values / Number of values</a:t>
            </a:r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Consider the following student marks:</a:t>
            </a:r>
          </a:p>
          <a:p>
            <a:r>
              <a:rPr lang="en-IN" dirty="0"/>
              <a:t>70, 75, Missing, 80, 85</a:t>
            </a:r>
          </a:p>
          <a:p>
            <a:pPr marL="0" indent="0">
              <a:buNone/>
            </a:pPr>
            <a:r>
              <a:rPr lang="en-IN" dirty="0"/>
              <a:t>		Mean = (70 + 75 + 80 + 85) / 4 </a:t>
            </a:r>
          </a:p>
          <a:p>
            <a:pPr marL="0" indent="0">
              <a:buNone/>
            </a:pPr>
            <a:r>
              <a:rPr lang="en-IN" dirty="0"/>
              <a:t>		Mean = 310 / 4</a:t>
            </a:r>
          </a:p>
          <a:p>
            <a:pPr marL="0" indent="0">
              <a:buNone/>
            </a:pPr>
            <a:r>
              <a:rPr lang="en-IN" dirty="0"/>
              <a:t>		Mean = 77.5</a:t>
            </a:r>
          </a:p>
          <a:p>
            <a:pPr marL="0" indent="0">
              <a:buNone/>
            </a:pPr>
            <a:r>
              <a:rPr lang="en-IN" dirty="0"/>
              <a:t>Replace the missing value with:</a:t>
            </a:r>
          </a:p>
          <a:p>
            <a:r>
              <a:rPr lang="en-IN" dirty="0"/>
              <a:t>70, 75, 77.5, 80, 85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413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1C47-D53B-EEC4-3337-E9ADDCAA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63286"/>
            <a:ext cx="11582399" cy="642257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Use mean imputation when:</a:t>
            </a:r>
          </a:p>
          <a:p>
            <a:pPr lvl="0"/>
            <a:r>
              <a:rPr lang="en-IN" dirty="0"/>
              <a:t>The feature is </a:t>
            </a:r>
            <a:r>
              <a:rPr lang="en-IN" b="1" dirty="0"/>
              <a:t>numerical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data is approximately </a:t>
            </a:r>
            <a:r>
              <a:rPr lang="en-IN" b="1" dirty="0"/>
              <a:t>normally distributed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data does not contain significant outliers </a:t>
            </a:r>
          </a:p>
          <a:p>
            <a:pPr lvl="0"/>
            <a:r>
              <a:rPr lang="en-IN" dirty="0"/>
              <a:t>The values are reasonably balanced around the </a:t>
            </a:r>
            <a:r>
              <a:rPr lang="en-IN" dirty="0" err="1"/>
              <a:t>center</a:t>
            </a:r>
            <a:endParaRPr lang="en-IN" dirty="0"/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Student Marks: 65, 70, 72, Missing, 75, 78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values are close to one another and there are no extreme values. Therefore, mean is suitable.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Avoid mean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2644351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653E-C8DE-53C8-C14B-6EE4479B9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628"/>
            <a:ext cx="10907487" cy="672737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Salary:</a:t>
            </a:r>
          </a:p>
          <a:p>
            <a:r>
              <a:rPr lang="en-IN" dirty="0"/>
              <a:t>25,000</a:t>
            </a:r>
          </a:p>
          <a:p>
            <a:r>
              <a:rPr lang="en-IN" dirty="0"/>
              <a:t>30,000</a:t>
            </a:r>
          </a:p>
          <a:p>
            <a:r>
              <a:rPr lang="en-IN" dirty="0"/>
              <a:t>35,000</a:t>
            </a:r>
          </a:p>
          <a:p>
            <a:r>
              <a:rPr lang="en-IN" dirty="0"/>
              <a:t>40,000</a:t>
            </a:r>
          </a:p>
          <a:p>
            <a:r>
              <a:rPr lang="en-IN" dirty="0"/>
              <a:t>5,00,000</a:t>
            </a:r>
          </a:p>
          <a:p>
            <a:r>
              <a:rPr lang="en-IN" dirty="0"/>
              <a:t>Missing</a:t>
            </a:r>
          </a:p>
          <a:p>
            <a:endParaRPr lang="en-IN" dirty="0"/>
          </a:p>
          <a:p>
            <a:r>
              <a:rPr lang="en-IN" dirty="0"/>
              <a:t>The value 5,00,000 is an extreme value or </a:t>
            </a:r>
            <a:r>
              <a:rPr lang="en-IN" b="1" dirty="0"/>
              <a:t>outlier</a:t>
            </a:r>
            <a:r>
              <a:rPr lang="en-IN" dirty="0"/>
              <a:t>.</a:t>
            </a:r>
          </a:p>
          <a:p>
            <a:r>
              <a:rPr lang="en-IN" dirty="0"/>
              <a:t>In this case, use the </a:t>
            </a:r>
            <a:r>
              <a:rPr lang="en-IN" b="1" dirty="0"/>
              <a:t>median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0378300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2B53-A79B-CBCA-56AA-A64549BD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28" y="136526"/>
            <a:ext cx="10330543" cy="516618"/>
          </a:xfrm>
        </p:spPr>
        <p:txBody>
          <a:bodyPr>
            <a:normAutofit fontScale="90000"/>
          </a:bodyPr>
          <a:lstStyle/>
          <a:p>
            <a:r>
              <a:rPr lang="en-IN" dirty="0"/>
              <a:t>Median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607F-14AD-E725-348A-FA615577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68828"/>
            <a:ext cx="11157857" cy="5660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median</a:t>
            </a:r>
            <a:r>
              <a:rPr lang="en-IN" dirty="0"/>
              <a:t> is the middle value after arranging the data in ascending or descending order.</a:t>
            </a:r>
          </a:p>
          <a:p>
            <a:pPr marL="0" indent="0">
              <a:buNone/>
            </a:pPr>
            <a:r>
              <a:rPr lang="en-IN" b="1" dirty="0"/>
              <a:t>Example 1: Odd number of values </a:t>
            </a:r>
          </a:p>
          <a:p>
            <a:pPr marL="0" indent="0">
              <a:buNone/>
            </a:pPr>
            <a:r>
              <a:rPr lang="en-IN" dirty="0"/>
              <a:t>10, 20, 30, 40, 50</a:t>
            </a:r>
          </a:p>
          <a:p>
            <a:pPr marL="0" indent="0">
              <a:buNone/>
            </a:pPr>
            <a:r>
              <a:rPr lang="en-IN" dirty="0"/>
              <a:t>The middle value is:</a:t>
            </a:r>
          </a:p>
          <a:p>
            <a:pPr marL="0" indent="0">
              <a:buNone/>
            </a:pPr>
            <a:r>
              <a:rPr lang="en-IN" dirty="0"/>
              <a:t>Median = 30</a:t>
            </a:r>
          </a:p>
          <a:p>
            <a:pPr marL="0" indent="0">
              <a:buNone/>
            </a:pPr>
            <a:r>
              <a:rPr lang="en-IN" b="1" dirty="0"/>
              <a:t>Example 2: Even number of values</a:t>
            </a:r>
          </a:p>
          <a:p>
            <a:pPr marL="0" indent="0">
              <a:buNone/>
            </a:pPr>
            <a:r>
              <a:rPr lang="en-IN" dirty="0"/>
              <a:t>10, 20, 30, 40</a:t>
            </a:r>
          </a:p>
          <a:p>
            <a:pPr marL="0" indent="0">
              <a:buNone/>
            </a:pPr>
            <a:r>
              <a:rPr lang="en-IN" dirty="0"/>
              <a:t>There are two middle values:                                       </a:t>
            </a:r>
          </a:p>
          <a:p>
            <a:pPr marL="0" indent="0">
              <a:buNone/>
            </a:pPr>
            <a:r>
              <a:rPr lang="en-IN" dirty="0"/>
              <a:t>20 and 30</a:t>
            </a:r>
          </a:p>
          <a:p>
            <a:pPr marL="0" indent="0">
              <a:buNone/>
            </a:pPr>
            <a:r>
              <a:rPr lang="en-IN" dirty="0"/>
              <a:t>Median = (20 + 30) / 2=25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291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83191-EC0E-8341-864F-2FCA197AC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1059886" cy="6400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Missing-value example</a:t>
            </a:r>
          </a:p>
          <a:p>
            <a:r>
              <a:rPr lang="en-IN" dirty="0"/>
              <a:t>Consider the following salaries:</a:t>
            </a:r>
          </a:p>
          <a:p>
            <a:pPr marL="0" indent="0">
              <a:buNone/>
            </a:pPr>
            <a:r>
              <a:rPr lang="en-IN" dirty="0"/>
              <a:t>25,000   30,000   35,000    40,000    5,00,000    Missing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Missing=?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When should we use median?</a:t>
            </a:r>
          </a:p>
          <a:p>
            <a:pPr marL="0" indent="0">
              <a:buNone/>
            </a:pPr>
            <a:r>
              <a:rPr lang="en-IN" dirty="0"/>
              <a:t>Use median imputation when:</a:t>
            </a:r>
          </a:p>
          <a:p>
            <a:pPr lvl="0"/>
            <a:r>
              <a:rPr lang="en-IN" dirty="0"/>
              <a:t>The feature is </a:t>
            </a:r>
            <a:r>
              <a:rPr lang="en-IN" b="1" dirty="0"/>
              <a:t>numerical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data contains </a:t>
            </a:r>
            <a:r>
              <a:rPr lang="en-IN" b="1" dirty="0"/>
              <a:t>outliers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data is </a:t>
            </a:r>
            <a:r>
              <a:rPr lang="en-IN" b="1" dirty="0"/>
              <a:t>skewed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mean is affected by extreme values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5821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CA1D-8FE6-2158-C961-4609189E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00"/>
            <a:ext cx="10243457" cy="636361"/>
          </a:xfrm>
        </p:spPr>
        <p:txBody>
          <a:bodyPr>
            <a:normAutofit fontScale="90000"/>
          </a:bodyPr>
          <a:lstStyle/>
          <a:p>
            <a:r>
              <a:rPr lang="en-IN" dirty="0"/>
              <a:t>Mode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3C06-E02D-7020-0BDD-BC77EA4ED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1486"/>
            <a:ext cx="10994571" cy="5704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mode</a:t>
            </a:r>
            <a:r>
              <a:rPr lang="en-IN" dirty="0"/>
              <a:t> is the value that occurs most frequently.</a:t>
            </a:r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Consider the following department values:</a:t>
            </a:r>
          </a:p>
          <a:p>
            <a:pPr marL="914400" lvl="2" indent="0">
              <a:buNone/>
            </a:pPr>
            <a:r>
              <a:rPr lang="en-US" sz="2400" dirty="0"/>
              <a:t>CSE</a:t>
            </a:r>
          </a:p>
          <a:p>
            <a:pPr marL="914400" lvl="2" indent="0">
              <a:buNone/>
            </a:pPr>
            <a:r>
              <a:rPr lang="en-US" sz="2400" dirty="0"/>
              <a:t>CSE</a:t>
            </a:r>
          </a:p>
          <a:p>
            <a:pPr marL="914400" lvl="2" indent="0">
              <a:buNone/>
            </a:pPr>
            <a:r>
              <a:rPr lang="en-US" sz="2400" dirty="0"/>
              <a:t>AIML</a:t>
            </a:r>
          </a:p>
          <a:p>
            <a:pPr marL="914400" lvl="2" indent="0">
              <a:buNone/>
            </a:pPr>
            <a:r>
              <a:rPr lang="en-US" sz="2400" dirty="0"/>
              <a:t>CSE</a:t>
            </a:r>
          </a:p>
          <a:p>
            <a:pPr marL="914400" lvl="2" indent="0">
              <a:buNone/>
            </a:pPr>
            <a:r>
              <a:rPr lang="en-US" sz="2400" dirty="0"/>
              <a:t>IT</a:t>
            </a:r>
          </a:p>
          <a:p>
            <a:pPr marL="914400" lvl="2" indent="0">
              <a:buNone/>
            </a:pPr>
            <a:r>
              <a:rPr lang="en-US" sz="2400" dirty="0"/>
              <a:t>Missing</a:t>
            </a:r>
          </a:p>
          <a:p>
            <a:pPr marL="914400" lvl="2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dirty="0"/>
              <a:t>The most frequently occurring value is:</a:t>
            </a:r>
          </a:p>
          <a:p>
            <a:pPr marL="0" indent="0">
              <a:buNone/>
            </a:pPr>
            <a:r>
              <a:rPr lang="en-IN" dirty="0"/>
              <a:t>CSE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Replace the missing value with: CSE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5829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C7BA2-6DA7-03FA-EBE8-2AB9DC619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37457"/>
            <a:ext cx="11092544" cy="6389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Use mode imputation when:</a:t>
            </a:r>
          </a:p>
          <a:p>
            <a:pPr lvl="0"/>
            <a:r>
              <a:rPr lang="en-IN" dirty="0"/>
              <a:t>The feature is </a:t>
            </a:r>
            <a:r>
              <a:rPr lang="en-IN" b="1" dirty="0"/>
              <a:t>categorical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feature contains labels or categories </a:t>
            </a:r>
          </a:p>
          <a:p>
            <a:pPr lvl="0"/>
            <a:r>
              <a:rPr lang="en-IN" dirty="0"/>
              <a:t>The most frequently occurring category is a reasonable replacement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Payment Method:</a:t>
            </a:r>
          </a:p>
          <a:p>
            <a:pPr marL="0" lvl="0" indent="0">
              <a:buNone/>
            </a:pPr>
            <a:r>
              <a:rPr lang="en-US" dirty="0"/>
              <a:t>UPI</a:t>
            </a:r>
          </a:p>
          <a:p>
            <a:pPr marL="0" lvl="0" indent="0">
              <a:buNone/>
            </a:pPr>
            <a:r>
              <a:rPr lang="en-US" dirty="0"/>
              <a:t>Card</a:t>
            </a:r>
          </a:p>
          <a:p>
            <a:pPr marL="0" lvl="0" indent="0">
              <a:buNone/>
            </a:pPr>
            <a:r>
              <a:rPr lang="en-US" dirty="0"/>
              <a:t>UPI</a:t>
            </a:r>
          </a:p>
          <a:p>
            <a:pPr marL="0" lvl="0" indent="0">
              <a:buNone/>
            </a:pPr>
            <a:r>
              <a:rPr lang="en-US" dirty="0"/>
              <a:t>Cash</a:t>
            </a:r>
          </a:p>
          <a:p>
            <a:pPr marL="0" lvl="0" indent="0">
              <a:buNone/>
            </a:pPr>
            <a:r>
              <a:rPr lang="en-US" dirty="0"/>
              <a:t>UPI</a:t>
            </a:r>
          </a:p>
          <a:p>
            <a:pPr marL="0" lvl="0" indent="0">
              <a:buNone/>
            </a:pPr>
            <a:r>
              <a:rPr lang="en-US" dirty="0"/>
              <a:t>Missing = ?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720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FC4C-1862-90CC-3DEB-730C6D60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21686" cy="603704"/>
          </a:xfrm>
        </p:spPr>
        <p:txBody>
          <a:bodyPr>
            <a:normAutofit fontScale="90000"/>
          </a:bodyPr>
          <a:lstStyle/>
          <a:p>
            <a:r>
              <a:rPr lang="en-IN" dirty="0"/>
              <a:t>Skewed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A8C26-3F9B-D3AC-B3C2-AB2E0162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830"/>
            <a:ext cx="10221686" cy="520813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Data in which the values are </a:t>
            </a:r>
            <a:r>
              <a:rPr lang="en-IN" b="1" dirty="0"/>
              <a:t>not distributed evenly or symmetrically</a:t>
            </a:r>
            <a:r>
              <a:rPr lang="en-IN" dirty="0"/>
              <a:t> around the </a:t>
            </a:r>
            <a:r>
              <a:rPr lang="en-IN" dirty="0" err="1"/>
              <a:t>center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Most values are concentrated on one side, while a few extreme values on the other side.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Positively Skewed Data (Right-Skewed)</a:t>
            </a:r>
          </a:p>
          <a:p>
            <a:pPr marL="0" indent="0">
              <a:buNone/>
            </a:pPr>
            <a:r>
              <a:rPr lang="en-IN" dirty="0"/>
              <a:t>	Negatively Skewed Data (Left-Skewed)</a:t>
            </a:r>
          </a:p>
        </p:txBody>
      </p:sp>
    </p:spTree>
    <p:extLst>
      <p:ext uri="{BB962C8B-B14F-4D97-AF65-F5344CB8AC3E}">
        <p14:creationId xmlns:p14="http://schemas.microsoft.com/office/powerpoint/2010/main" val="2276028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A55F-CE08-F293-DB8B-3872C536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5" y="147412"/>
            <a:ext cx="10352314" cy="799646"/>
          </a:xfrm>
        </p:spPr>
        <p:txBody>
          <a:bodyPr/>
          <a:lstStyle/>
          <a:p>
            <a:r>
              <a:rPr lang="en-IN" dirty="0"/>
              <a:t>Positively Skewed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E1E0-1764-67DB-101F-2E06FDF75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7058"/>
            <a:ext cx="11103429" cy="57635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In a </a:t>
            </a:r>
            <a:r>
              <a:rPr lang="en-IN" b="1" dirty="0"/>
              <a:t>positively skewed distribution</a:t>
            </a:r>
            <a:r>
              <a:rPr lang="en-IN" dirty="0"/>
              <a:t>, most values are small or medium, but a few very large values create a long tail on the </a:t>
            </a:r>
            <a:r>
              <a:rPr lang="en-IN" b="1" dirty="0"/>
              <a:t>right side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 Employee salaries</a:t>
            </a:r>
          </a:p>
          <a:p>
            <a:r>
              <a:rPr lang="en-IN" dirty="0"/>
              <a:t>₹20,000</a:t>
            </a:r>
          </a:p>
          <a:p>
            <a:r>
              <a:rPr lang="en-IN" dirty="0"/>
              <a:t>₹25,000</a:t>
            </a:r>
          </a:p>
          <a:p>
            <a:r>
              <a:rPr lang="en-IN" dirty="0"/>
              <a:t>₹30,000</a:t>
            </a:r>
          </a:p>
          <a:p>
            <a:r>
              <a:rPr lang="en-IN" dirty="0"/>
              <a:t>₹35,000</a:t>
            </a:r>
          </a:p>
          <a:p>
            <a:r>
              <a:rPr lang="en-IN" dirty="0"/>
              <a:t>₹40,000</a:t>
            </a:r>
          </a:p>
          <a:p>
            <a:r>
              <a:rPr lang="en-IN" dirty="0"/>
              <a:t>₹5,00,000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positively skewed numerical data, we generally prefer:</a:t>
            </a:r>
          </a:p>
          <a:p>
            <a:r>
              <a:rPr lang="en-IN" dirty="0"/>
              <a:t>MEDIAN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679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8410-A268-5904-6022-A9DA7BBF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97886" cy="669018"/>
          </a:xfrm>
        </p:spPr>
        <p:txBody>
          <a:bodyPr>
            <a:normAutofit fontScale="90000"/>
          </a:bodyPr>
          <a:lstStyle/>
          <a:p>
            <a:r>
              <a:rPr lang="en-IN" dirty="0"/>
              <a:t>Negatively Skewed Data (Left-Skewed)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9440-7776-B896-B4BB-5C7A2C091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3" y="1480459"/>
            <a:ext cx="10929257" cy="5704113"/>
          </a:xfrm>
        </p:spPr>
        <p:txBody>
          <a:bodyPr/>
          <a:lstStyle/>
          <a:p>
            <a:r>
              <a:rPr lang="en-IN" dirty="0"/>
              <a:t>In a </a:t>
            </a:r>
            <a:r>
              <a:rPr lang="en-IN" b="1" dirty="0"/>
              <a:t>negatively skewed distribution</a:t>
            </a:r>
            <a:r>
              <a:rPr lang="en-IN" dirty="0"/>
              <a:t>, most values are high, but a few very small values create a long tail on the </a:t>
            </a:r>
            <a:r>
              <a:rPr lang="en-IN" b="1" dirty="0"/>
              <a:t>left side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 Marks in an easy examination</a:t>
            </a:r>
          </a:p>
          <a:p>
            <a:pPr marL="0" indent="0">
              <a:buNone/>
            </a:pPr>
            <a:r>
              <a:rPr lang="en-IN" dirty="0"/>
              <a:t>20 75 80 85 90 95 98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negatively skewed numerical data, the </a:t>
            </a:r>
            <a:r>
              <a:rPr lang="en-IN" b="1" dirty="0"/>
              <a:t>median</a:t>
            </a:r>
            <a:r>
              <a:rPr lang="en-IN" dirty="0"/>
              <a:t> is often preferred </a:t>
            </a:r>
          </a:p>
        </p:txBody>
      </p:sp>
    </p:spTree>
    <p:extLst>
      <p:ext uri="{BB962C8B-B14F-4D97-AF65-F5344CB8AC3E}">
        <p14:creationId xmlns:p14="http://schemas.microsoft.com/office/powerpoint/2010/main" val="1586482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47E81A-C6A7-22FF-8869-814650A58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773549"/>
              </p:ext>
            </p:extLst>
          </p:nvPr>
        </p:nvGraphicFramePr>
        <p:xfrm>
          <a:off x="762000" y="859971"/>
          <a:ext cx="11430000" cy="4724401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75334196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16355168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85254333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205175963"/>
                    </a:ext>
                  </a:extLst>
                </a:gridCol>
              </a:tblGrid>
              <a:tr h="1740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Example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Suitable missing-value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7866"/>
                  </a:ext>
                </a:extLst>
              </a:tr>
              <a:tr h="99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40, 45, 50, 55, 60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692988"/>
                  </a:ext>
                </a:extLst>
              </a:tr>
              <a:tr h="99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 skew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20, 25, 30, 35, 5,00,000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 right 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195063"/>
                  </a:ext>
                </a:extLst>
              </a:tr>
              <a:tr h="99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 skew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20, 75, 80, 85, 90, 95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left 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76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633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10FD-9915-110A-9BAE-AC090703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"/>
            <a:ext cx="11353800" cy="67164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Suppose salary data is:</a:t>
            </a:r>
          </a:p>
          <a:p>
            <a:pPr marL="0" indent="0">
              <a:buNone/>
            </a:pPr>
            <a:r>
              <a:rPr lang="en-IN" dirty="0"/>
              <a:t>₹20,000</a:t>
            </a:r>
          </a:p>
          <a:p>
            <a:pPr marL="0" indent="0">
              <a:buNone/>
            </a:pPr>
            <a:r>
              <a:rPr lang="en-IN" dirty="0"/>
              <a:t>₹25,000</a:t>
            </a:r>
          </a:p>
          <a:p>
            <a:pPr marL="0" indent="0">
              <a:buNone/>
            </a:pPr>
            <a:r>
              <a:rPr lang="en-IN" dirty="0"/>
              <a:t>₹30,000</a:t>
            </a:r>
          </a:p>
          <a:p>
            <a:pPr marL="0" indent="0">
              <a:buNone/>
            </a:pPr>
            <a:r>
              <a:rPr lang="en-IN" dirty="0"/>
              <a:t>₹35,000</a:t>
            </a:r>
          </a:p>
          <a:p>
            <a:pPr marL="0" indent="0">
              <a:buNone/>
            </a:pPr>
            <a:r>
              <a:rPr lang="en-IN" dirty="0"/>
              <a:t>₹40,000</a:t>
            </a:r>
          </a:p>
          <a:p>
            <a:pPr marL="0" indent="0">
              <a:buNone/>
            </a:pPr>
            <a:r>
              <a:rPr lang="en-IN" dirty="0"/>
              <a:t>₹5,00,000</a:t>
            </a:r>
          </a:p>
          <a:p>
            <a:pPr marL="0" indent="0">
              <a:buNone/>
            </a:pPr>
            <a:r>
              <a:rPr lang="en-IN" dirty="0"/>
              <a:t>Missing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Using mean</a:t>
            </a:r>
          </a:p>
          <a:p>
            <a:pPr marL="0" indent="0">
              <a:buNone/>
            </a:pPr>
            <a:r>
              <a:rPr lang="en-IN" dirty="0"/>
              <a:t>Mean= (20,000 + 25,000 + 30,000 + 35,000 + 40,000 + 5,00,000) / 6</a:t>
            </a:r>
          </a:p>
          <a:p>
            <a:pPr marL="0" indent="0">
              <a:buNone/>
            </a:pPr>
            <a:r>
              <a:rPr lang="en-IN" dirty="0"/>
              <a:t>= ₹1,08,333</a:t>
            </a:r>
          </a:p>
          <a:p>
            <a:pPr marL="0" indent="0">
              <a:buNone/>
            </a:pPr>
            <a:r>
              <a:rPr lang="en-IN" dirty="0"/>
              <a:t>The mean is ₹1,08,333, which is much higher than the salary of most employees.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367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5576F-D8A3-0205-3F84-8744CF8B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114"/>
            <a:ext cx="11353800" cy="6357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Using median</a:t>
            </a:r>
          </a:p>
          <a:p>
            <a:pPr marL="0" indent="0">
              <a:buNone/>
            </a:pPr>
            <a:r>
              <a:rPr lang="en-IN" dirty="0"/>
              <a:t>Arrange the values:</a:t>
            </a:r>
          </a:p>
          <a:p>
            <a:pPr marL="0" indent="0">
              <a:buNone/>
            </a:pPr>
            <a:r>
              <a:rPr lang="en-IN" dirty="0"/>
              <a:t>₹20,000</a:t>
            </a:r>
          </a:p>
          <a:p>
            <a:pPr marL="0" indent="0">
              <a:buNone/>
            </a:pPr>
            <a:r>
              <a:rPr lang="en-IN" dirty="0"/>
              <a:t>₹25,000</a:t>
            </a:r>
          </a:p>
          <a:p>
            <a:pPr marL="0" indent="0">
              <a:buNone/>
            </a:pPr>
            <a:r>
              <a:rPr lang="en-IN" dirty="0"/>
              <a:t>₹30,000</a:t>
            </a:r>
          </a:p>
          <a:p>
            <a:pPr marL="0" indent="0">
              <a:buNone/>
            </a:pPr>
            <a:r>
              <a:rPr lang="en-IN" dirty="0"/>
              <a:t>₹35,000</a:t>
            </a:r>
          </a:p>
          <a:p>
            <a:pPr marL="0" indent="0">
              <a:buNone/>
            </a:pPr>
            <a:r>
              <a:rPr lang="en-IN" dirty="0"/>
              <a:t>₹40,000</a:t>
            </a:r>
          </a:p>
          <a:p>
            <a:pPr marL="0" indent="0">
              <a:buNone/>
            </a:pPr>
            <a:r>
              <a:rPr lang="en-IN" dirty="0"/>
              <a:t>₹5,00,000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two middle values are ₹30,000 and ₹35,000.</a:t>
            </a:r>
          </a:p>
          <a:p>
            <a:r>
              <a:rPr lang="en-IN" dirty="0"/>
              <a:t>Median = (₹30,000 + ₹35,000) / 2 = ₹32,500</a:t>
            </a:r>
          </a:p>
          <a:p>
            <a:pPr marL="0" indent="0">
              <a:buNone/>
            </a:pPr>
            <a:r>
              <a:rPr lang="en-IN" dirty="0"/>
              <a:t>₹32,500 is more representative of the typical salary.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167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947B4-A09B-A5C3-A20A-C7BA9263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1125200" cy="615042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Encoding Categorical Data:</a:t>
            </a:r>
          </a:p>
          <a:p>
            <a:pPr marL="0" indent="0">
              <a:buNone/>
            </a:pPr>
            <a:r>
              <a:rPr lang="en-IN" dirty="0"/>
              <a:t>Machine learning algorithms generally require numerical input.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Convert it into numerical form.</a:t>
            </a:r>
          </a:p>
          <a:p>
            <a:pPr marL="0" indent="0">
              <a:buNone/>
            </a:pPr>
            <a:r>
              <a:rPr lang="en-IN" b="1" dirty="0"/>
              <a:t>Label encoding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3E35F6-C0A8-ECC0-1950-940A8150D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84123"/>
              </p:ext>
            </p:extLst>
          </p:nvPr>
        </p:nvGraphicFramePr>
        <p:xfrm>
          <a:off x="838200" y="1854631"/>
          <a:ext cx="10515600" cy="14630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26373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624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6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171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3131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414249-8F19-0763-0A63-D39AC8753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76076"/>
              </p:ext>
            </p:extLst>
          </p:nvPr>
        </p:nvGraphicFramePr>
        <p:xfrm>
          <a:off x="838200" y="4671559"/>
          <a:ext cx="10657114" cy="1979612"/>
        </p:xfrm>
        <a:graphic>
          <a:graphicData uri="http://schemas.openxmlformats.org/drawingml/2006/table">
            <a:tbl>
              <a:tblPr/>
              <a:tblGrid>
                <a:gridCol w="5328557">
                  <a:extLst>
                    <a:ext uri="{9D8B030D-6E8A-4147-A177-3AD203B41FA5}">
                      <a16:colId xmlns:a16="http://schemas.microsoft.com/office/drawing/2014/main" val="973082122"/>
                    </a:ext>
                  </a:extLst>
                </a:gridCol>
                <a:gridCol w="5328557">
                  <a:extLst>
                    <a:ext uri="{9D8B030D-6E8A-4147-A177-3AD203B41FA5}">
                      <a16:colId xmlns:a16="http://schemas.microsoft.com/office/drawing/2014/main" val="4103684476"/>
                    </a:ext>
                  </a:extLst>
                </a:gridCol>
              </a:tblGrid>
              <a:tr h="494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/>
                        <a:t>Encoded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08925"/>
                  </a:ext>
                </a:extLst>
              </a:tr>
              <a:tr h="494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AIML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88792"/>
                  </a:ext>
                </a:extLst>
              </a:tr>
              <a:tr h="494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055395"/>
                  </a:ext>
                </a:extLst>
              </a:tr>
              <a:tr h="494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33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088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5FF59-A7BF-D55C-5911-EFF1CA767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086"/>
            <a:ext cx="11070771" cy="638991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LabelEncoder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encoder = </a:t>
            </a:r>
            <a:r>
              <a:rPr lang="en-IN" dirty="0" err="1"/>
              <a:t>LabelEncoder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Department_encoded</a:t>
            </a:r>
            <a:r>
              <a:rPr lang="en-IN" dirty="0"/>
              <a:t>"] = </a:t>
            </a:r>
            <a:r>
              <a:rPr lang="en-IN" dirty="0" err="1"/>
              <a:t>encoder.fit_transform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["Department"]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24102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4CFA-EDCD-B8E8-7355-F32B031B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Scaling Numerical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B7ED3A-624C-2F72-AD57-7AF6AFEC99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134869"/>
              </p:ext>
            </p:extLst>
          </p:nvPr>
        </p:nvGraphicFramePr>
        <p:xfrm>
          <a:off x="805543" y="1505631"/>
          <a:ext cx="10210800" cy="2696253"/>
        </p:xfrm>
        <a:graphic>
          <a:graphicData uri="http://schemas.openxmlformats.org/drawingml/2006/table">
            <a:tbl>
              <a:tblPr/>
              <a:tblGrid>
                <a:gridCol w="5105400">
                  <a:extLst>
                    <a:ext uri="{9D8B030D-6E8A-4147-A177-3AD203B41FA5}">
                      <a16:colId xmlns:a16="http://schemas.microsoft.com/office/drawing/2014/main" val="19172579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891554282"/>
                    </a:ext>
                  </a:extLst>
                </a:gridCol>
              </a:tblGrid>
              <a:tr h="8987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14483"/>
                  </a:ext>
                </a:extLst>
              </a:tr>
              <a:tr h="8987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778374"/>
                  </a:ext>
                </a:extLst>
              </a:tr>
              <a:tr h="8987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0804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82CEBB-1AFE-DB9F-16C1-879D3DF9D204}"/>
              </a:ext>
            </a:extLst>
          </p:cNvPr>
          <p:cNvSpPr txBox="1"/>
          <p:nvPr/>
        </p:nvSpPr>
        <p:spPr>
          <a:xfrm>
            <a:off x="805543" y="4531863"/>
            <a:ext cx="10210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have different ranges.</a:t>
            </a:r>
          </a:p>
          <a:p>
            <a:pP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converts values to comparable ranges.</a:t>
            </a:r>
          </a:p>
        </p:txBody>
      </p:sp>
    </p:spTree>
    <p:extLst>
      <p:ext uri="{BB962C8B-B14F-4D97-AF65-F5344CB8AC3E}">
        <p14:creationId xmlns:p14="http://schemas.microsoft.com/office/powerpoint/2010/main" val="204926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404B6-A1E6-314D-727E-6F18D846F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886"/>
            <a:ext cx="10885714" cy="615042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StandardScaler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scaler = </a:t>
            </a:r>
            <a:r>
              <a:rPr lang="en-IN" dirty="0" err="1"/>
              <a:t>StandardScaler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X_scaled</a:t>
            </a:r>
            <a:r>
              <a:rPr lang="en-IN" dirty="0"/>
              <a:t> = </a:t>
            </a:r>
            <a:r>
              <a:rPr lang="en-IN" dirty="0" err="1"/>
              <a:t>scaler.fit_transform</a:t>
            </a:r>
            <a:r>
              <a:rPr lang="en-IN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21365907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B18B-8F50-B0F8-63AC-0AE8EAE2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03868"/>
            <a:ext cx="10515600" cy="1325563"/>
          </a:xfrm>
        </p:spPr>
        <p:txBody>
          <a:bodyPr/>
          <a:lstStyle/>
          <a:p>
            <a:r>
              <a:rPr lang="en-IN" dirty="0"/>
              <a:t>Creating New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EEA96F-3381-E2ED-7185-BCC5E55E5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578306"/>
              </p:ext>
            </p:extLst>
          </p:nvPr>
        </p:nvGraphicFramePr>
        <p:xfrm>
          <a:off x="696686" y="1429431"/>
          <a:ext cx="10657114" cy="2795430"/>
        </p:xfrm>
        <a:graphic>
          <a:graphicData uri="http://schemas.openxmlformats.org/drawingml/2006/table">
            <a:tbl>
              <a:tblPr/>
              <a:tblGrid>
                <a:gridCol w="5328557">
                  <a:extLst>
                    <a:ext uri="{9D8B030D-6E8A-4147-A177-3AD203B41FA5}">
                      <a16:colId xmlns:a16="http://schemas.microsoft.com/office/drawing/2014/main" val="2611298345"/>
                    </a:ext>
                  </a:extLst>
                </a:gridCol>
                <a:gridCol w="5328557">
                  <a:extLst>
                    <a:ext uri="{9D8B030D-6E8A-4147-A177-3AD203B41FA5}">
                      <a16:colId xmlns:a16="http://schemas.microsoft.com/office/drawing/2014/main" val="3943163782"/>
                    </a:ext>
                  </a:extLst>
                </a:gridCol>
              </a:tblGrid>
              <a:tr h="9318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Total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Number of Subjects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349008"/>
                  </a:ext>
                </a:extLst>
              </a:tr>
              <a:tr h="9318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71959"/>
                  </a:ext>
                </a:extLst>
              </a:tr>
              <a:tr h="93181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9470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3A0AFA-92B7-5E88-F2E9-F6907F44E20E}"/>
                  </a:ext>
                </a:extLst>
              </p:cNvPr>
              <p:cNvSpPr txBox="1"/>
              <p:nvPr/>
            </p:nvSpPr>
            <p:spPr>
              <a:xfrm>
                <a:off x="696686" y="4822371"/>
                <a:ext cx="10428514" cy="122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Create a new feature: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z="2400" b="0" i="0"/>
                        <m:t>Average Marks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b="0" i="0">
                              <a:latin typeface="Cambria Math" panose="02040503050406030204" pitchFamily="18" charset="0"/>
                            </a:rPr>
                            <m:t>Total Marks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b="0" i="0">
                              <a:latin typeface="Cambria Math" panose="02040503050406030204" pitchFamily="18" charset="0"/>
                            </a:rPr>
                            <m:t>Number of Subjects</m:t>
                          </m:r>
                        </m:den>
                      </m:f>
                    </m:oMath>
                  </m:oMathPara>
                </a14:m>
                <a:endParaRPr lang="en-IN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3A0AFA-92B7-5E88-F2E9-F6907F44E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6" y="4822371"/>
                <a:ext cx="10428514" cy="1227259"/>
              </a:xfrm>
              <a:prstGeom prst="rect">
                <a:avLst/>
              </a:prstGeom>
              <a:blipFill>
                <a:blip r:embed="rId2"/>
                <a:stretch>
                  <a:fillRect l="-877" t="-3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7643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D53B9-5736-8BF7-C002-64FAA25B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086"/>
            <a:ext cx="11114314" cy="61830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Average_Marks</a:t>
            </a:r>
            <a:r>
              <a:rPr lang="en-US" dirty="0"/>
              <a:t>"] =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Total_Marks</a:t>
            </a:r>
            <a:r>
              <a:rPr lang="en-US" dirty="0"/>
              <a:t>"] /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Number_of_Subjects</a:t>
            </a:r>
            <a:r>
              <a:rPr lang="en-US" dirty="0"/>
              <a:t>"]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Extracting Features from Date: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["Date"] = </a:t>
            </a:r>
            <a:r>
              <a:rPr lang="en-IN" dirty="0" err="1"/>
              <a:t>pd.to_datetime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["Date"])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["Year"] = </a:t>
            </a:r>
            <a:r>
              <a:rPr lang="en-IN" dirty="0" err="1"/>
              <a:t>df</a:t>
            </a:r>
            <a:r>
              <a:rPr lang="en-IN" dirty="0"/>
              <a:t>["Date"].</a:t>
            </a:r>
            <a:r>
              <a:rPr lang="en-IN" dirty="0" err="1"/>
              <a:t>dt.year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["Month"] = </a:t>
            </a:r>
            <a:r>
              <a:rPr lang="en-IN" dirty="0" err="1"/>
              <a:t>df</a:t>
            </a:r>
            <a:r>
              <a:rPr lang="en-IN" dirty="0"/>
              <a:t>["Date"].</a:t>
            </a:r>
            <a:r>
              <a:rPr lang="en-IN" dirty="0" err="1"/>
              <a:t>dt.month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["Day"] = </a:t>
            </a:r>
            <a:r>
              <a:rPr lang="en-IN" dirty="0" err="1"/>
              <a:t>df</a:t>
            </a:r>
            <a:r>
              <a:rPr lang="en-IN" dirty="0"/>
              <a:t>["Date"].</a:t>
            </a:r>
            <a:r>
              <a:rPr lang="en-IN" dirty="0" err="1"/>
              <a:t>dt.day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Day_of_Week</a:t>
            </a:r>
            <a:r>
              <a:rPr lang="en-IN" dirty="0"/>
              <a:t>"] = </a:t>
            </a:r>
            <a:r>
              <a:rPr lang="en-IN" dirty="0" err="1"/>
              <a:t>df</a:t>
            </a:r>
            <a:r>
              <a:rPr lang="en-IN" dirty="0"/>
              <a:t>["Date"].</a:t>
            </a:r>
            <a:r>
              <a:rPr lang="en-IN" dirty="0" err="1"/>
              <a:t>dt.dayofweek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17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7F65-6D12-4D60-3691-A10FC33E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AE65-14F3-A299-0430-EB04F4929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Text cannot be directly given to most machine learning models.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"This product is excellent“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Convert the text into numerical features using:</a:t>
            </a:r>
          </a:p>
          <a:p>
            <a:pPr lvl="0"/>
            <a:r>
              <a:rPr lang="en-IN" dirty="0"/>
              <a:t>Bag of Words </a:t>
            </a:r>
          </a:p>
          <a:p>
            <a:pPr lvl="0"/>
            <a:r>
              <a:rPr lang="en-IN" dirty="0"/>
              <a:t>TF-IDF </a:t>
            </a:r>
          </a:p>
          <a:p>
            <a:pPr lvl="0"/>
            <a:r>
              <a:rPr lang="en-IN" dirty="0"/>
              <a:t>Word embeddings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8560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F554-BD82-0F51-76A3-B28D6D535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197428"/>
            <a:ext cx="11691257" cy="654231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sklearn.feature_extraction.text</a:t>
            </a:r>
            <a:r>
              <a:rPr lang="en-IN" dirty="0"/>
              <a:t> import </a:t>
            </a:r>
            <a:r>
              <a:rPr lang="en-IN" dirty="0" err="1"/>
              <a:t>TfidfVectorizer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vectorizer = </a:t>
            </a:r>
            <a:r>
              <a:rPr lang="en-IN" dirty="0" err="1"/>
              <a:t>TfidfVectorizer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 = </a:t>
            </a:r>
            <a:r>
              <a:rPr lang="en-IN" dirty="0" err="1"/>
              <a:t>vectorizer.fit_transform</a:t>
            </a:r>
            <a:r>
              <a:rPr lang="en-IN" dirty="0"/>
              <a:t>(</a:t>
            </a:r>
            <a:r>
              <a:rPr lang="en-IN" dirty="0" err="1"/>
              <a:t>text_data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4055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658D-D7D1-CC84-4751-38EBA0A9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9400" cy="734332"/>
          </a:xfrm>
        </p:spPr>
        <p:txBody>
          <a:bodyPr/>
          <a:lstStyle/>
          <a:p>
            <a:r>
              <a:rPr lang="en-IN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D6166-2493-9496-7DB5-27E97D5C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1087"/>
            <a:ext cx="11440885" cy="54755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Process of selecting the most relevant and useful features from the available features and removing unnecessary or irrelevant features.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Feature selection does </a:t>
            </a:r>
            <a:r>
              <a:rPr lang="en-IN" b="1" dirty="0"/>
              <a:t>not create new features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selects useful features from the existing set.</a:t>
            </a:r>
          </a:p>
        </p:txBody>
      </p:sp>
    </p:spTree>
    <p:extLst>
      <p:ext uri="{BB962C8B-B14F-4D97-AF65-F5344CB8AC3E}">
        <p14:creationId xmlns:p14="http://schemas.microsoft.com/office/powerpoint/2010/main" val="37955816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1E7B77-3913-1C29-32FF-2BF91D6E0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898817"/>
              </p:ext>
            </p:extLst>
          </p:nvPr>
        </p:nvGraphicFramePr>
        <p:xfrm>
          <a:off x="538728" y="657270"/>
          <a:ext cx="10515603" cy="73152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46097781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6956615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845114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7054351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624705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839371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28491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Student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0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7711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CBC69A-669C-08D2-6200-1315D743428B}"/>
              </a:ext>
            </a:extLst>
          </p:cNvPr>
          <p:cNvSpPr txBox="1"/>
          <p:nvPr/>
        </p:nvSpPr>
        <p:spPr>
          <a:xfrm>
            <a:off x="538728" y="1970314"/>
            <a:ext cx="111198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predicting the student result:</a:t>
            </a:r>
          </a:p>
          <a:p>
            <a:pP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features may be: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Hours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useful or irrelevant features may be: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3978563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10CF-AB8C-02B2-2ACF-8BBF497C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95857" cy="669018"/>
          </a:xfrm>
        </p:spPr>
        <p:txBody>
          <a:bodyPr>
            <a:normAutofit fontScale="90000"/>
          </a:bodyPr>
          <a:lstStyle/>
          <a:p>
            <a:r>
              <a:rPr lang="en-IN" dirty="0"/>
              <a:t>Why is Feature Selection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196D-C11F-C7C6-E9C0-8F79157B1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8"/>
            <a:ext cx="11114315" cy="5595257"/>
          </a:xfrm>
        </p:spPr>
        <p:txBody>
          <a:bodyPr/>
          <a:lstStyle/>
          <a:p>
            <a:pPr lvl="0"/>
            <a:r>
              <a:rPr lang="en-IN" dirty="0"/>
              <a:t>Remove irrelevant features. </a:t>
            </a:r>
          </a:p>
          <a:p>
            <a:pPr lvl="0"/>
            <a:r>
              <a:rPr lang="en-IN" dirty="0"/>
              <a:t>Reduce model complexity. </a:t>
            </a:r>
          </a:p>
          <a:p>
            <a:pPr lvl="0"/>
            <a:r>
              <a:rPr lang="en-IN" dirty="0"/>
              <a:t>Reduce training time. </a:t>
            </a:r>
          </a:p>
          <a:p>
            <a:pPr lvl="0"/>
            <a:r>
              <a:rPr lang="en-IN" dirty="0"/>
              <a:t>Reduce memory usage. </a:t>
            </a:r>
          </a:p>
          <a:p>
            <a:pPr lvl="0"/>
            <a:r>
              <a:rPr lang="en-IN" dirty="0"/>
              <a:t>Reduce overfitting. </a:t>
            </a:r>
          </a:p>
          <a:p>
            <a:pPr lvl="0"/>
            <a:r>
              <a:rPr lang="en-IN" dirty="0"/>
              <a:t>Improve model interpretability. </a:t>
            </a:r>
          </a:p>
          <a:p>
            <a:pPr lvl="0"/>
            <a:r>
              <a:rPr lang="en-IN" dirty="0"/>
              <a:t>Improve model performance in some cases.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5185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ED89F-50E7-1D0C-0312-B248E1B7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9400" cy="679904"/>
          </a:xfrm>
        </p:spPr>
        <p:txBody>
          <a:bodyPr>
            <a:normAutofit fontScale="90000"/>
          </a:bodyPr>
          <a:lstStyle/>
          <a:p>
            <a:r>
              <a:rPr lang="en-IN" dirty="0"/>
              <a:t>Feature Selection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9EC8F-743D-4682-B4F5-9DB37BAC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0"/>
            <a:ext cx="11049000" cy="5736770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/>
              <a:t>Filter methods </a:t>
            </a:r>
          </a:p>
          <a:p>
            <a:pPr lvl="0"/>
            <a:r>
              <a:rPr lang="en-IN" dirty="0"/>
              <a:t>Wrapper methods </a:t>
            </a:r>
          </a:p>
          <a:p>
            <a:pPr lvl="0"/>
            <a:r>
              <a:rPr lang="en-IN" dirty="0"/>
              <a:t>Embedded methods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b="1" dirty="0"/>
              <a:t>Filter Methods:</a:t>
            </a:r>
          </a:p>
          <a:p>
            <a:pPr marL="0" lvl="0" indent="0">
              <a:buNone/>
            </a:pPr>
            <a:r>
              <a:rPr lang="en-IN" dirty="0"/>
              <a:t>Filter methods select features using statistical measures.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pPr lvl="0"/>
            <a:r>
              <a:rPr lang="en-IN" dirty="0"/>
              <a:t>Correlation </a:t>
            </a:r>
          </a:p>
          <a:p>
            <a:pPr lvl="0"/>
            <a:r>
              <a:rPr lang="en-IN" dirty="0"/>
              <a:t>Chi-square test </a:t>
            </a:r>
          </a:p>
          <a:p>
            <a:pPr lvl="0"/>
            <a:r>
              <a:rPr lang="en-IN" dirty="0"/>
              <a:t>ANOVA </a:t>
            </a:r>
          </a:p>
          <a:p>
            <a:pPr lvl="0"/>
            <a:r>
              <a:rPr lang="en-IN" dirty="0"/>
              <a:t>Mutual information</a:t>
            </a:r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442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EEF9-0F4D-AD73-7251-0DB736E9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9486"/>
            <a:ext cx="11092543" cy="6477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sklearn.feature_selection</a:t>
            </a:r>
            <a:r>
              <a:rPr lang="en-IN" dirty="0"/>
              <a:t> import </a:t>
            </a:r>
            <a:r>
              <a:rPr lang="en-IN" dirty="0" err="1"/>
              <a:t>SelectKBest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sklearn.feature_selection</a:t>
            </a:r>
            <a:r>
              <a:rPr lang="en-IN" dirty="0"/>
              <a:t> import </a:t>
            </a:r>
            <a:r>
              <a:rPr lang="en-IN" dirty="0" err="1"/>
              <a:t>f_classif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selector = </a:t>
            </a:r>
            <a:r>
              <a:rPr lang="en-IN" dirty="0" err="1"/>
              <a:t>SelectKBest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score_func</a:t>
            </a:r>
            <a:r>
              <a:rPr lang="en-IN" dirty="0"/>
              <a:t>=</a:t>
            </a:r>
            <a:r>
              <a:rPr lang="en-IN" dirty="0" err="1"/>
              <a:t>f_classif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k=2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X_selected</a:t>
            </a:r>
            <a:r>
              <a:rPr lang="en-IN" dirty="0"/>
              <a:t> = </a:t>
            </a:r>
            <a:r>
              <a:rPr lang="en-IN" dirty="0" err="1"/>
              <a:t>selector.fit_transform</a:t>
            </a:r>
            <a:r>
              <a:rPr lang="en-IN" dirty="0"/>
              <a:t>(X, y)</a:t>
            </a:r>
          </a:p>
        </p:txBody>
      </p:sp>
    </p:spTree>
    <p:extLst>
      <p:ext uri="{BB962C8B-B14F-4D97-AF65-F5344CB8AC3E}">
        <p14:creationId xmlns:p14="http://schemas.microsoft.com/office/powerpoint/2010/main" val="17371304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EE2E-BB61-1CB4-004D-DE3E49197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1016343" cy="638991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Wrapper Methods</a:t>
            </a:r>
          </a:p>
          <a:p>
            <a:r>
              <a:rPr lang="en-IN" dirty="0"/>
              <a:t>Wrapper methods evaluate different feature combinations using a machine learning model.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pPr lvl="0"/>
            <a:r>
              <a:rPr lang="en-IN" dirty="0"/>
              <a:t>Forward Selection </a:t>
            </a:r>
          </a:p>
          <a:p>
            <a:pPr lvl="0"/>
            <a:r>
              <a:rPr lang="en-IN" dirty="0"/>
              <a:t>Backward Elimination </a:t>
            </a:r>
          </a:p>
          <a:p>
            <a:pPr lvl="0"/>
            <a:r>
              <a:rPr lang="en-IN" dirty="0"/>
              <a:t>Recursive Feature Elimination (RFE)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8683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4CCAF-012B-E2ED-9E62-88420F9E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163286"/>
            <a:ext cx="11571513" cy="656408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Embedded Methods</a:t>
            </a:r>
          </a:p>
          <a:p>
            <a:r>
              <a:rPr lang="en-IN" dirty="0"/>
              <a:t>Embedded methods perform feature selection during model training.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pPr lvl="0"/>
            <a:r>
              <a:rPr lang="en-IN" dirty="0"/>
              <a:t>Lasso Regression </a:t>
            </a:r>
          </a:p>
          <a:p>
            <a:pPr lvl="0"/>
            <a:r>
              <a:rPr lang="en-IN" dirty="0"/>
              <a:t>Decision Tree </a:t>
            </a:r>
          </a:p>
          <a:p>
            <a:pPr lvl="0"/>
            <a:r>
              <a:rPr lang="en-IN" dirty="0"/>
              <a:t>Random Forest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Decision trees can estimate feature importance.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 err="1"/>
              <a:t>model.feature_importances</a:t>
            </a:r>
            <a:r>
              <a:rPr lang="en-IN" i="1" dirty="0"/>
              <a:t>_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6322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CBBE-1D5E-D7DF-39FC-CC6AF4E3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28514" cy="766989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420823-2AC4-D759-E9E9-16531921D6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260203"/>
              </p:ext>
            </p:extLst>
          </p:nvPr>
        </p:nvGraphicFramePr>
        <p:xfrm>
          <a:off x="729342" y="1338943"/>
          <a:ext cx="10918372" cy="5153932"/>
        </p:xfrm>
        <a:graphic>
          <a:graphicData uri="http://schemas.openxmlformats.org/drawingml/2006/table">
            <a:tbl>
              <a:tblPr/>
              <a:tblGrid>
                <a:gridCol w="5459186">
                  <a:extLst>
                    <a:ext uri="{9D8B030D-6E8A-4147-A177-3AD203B41FA5}">
                      <a16:colId xmlns:a16="http://schemas.microsoft.com/office/drawing/2014/main" val="899454513"/>
                    </a:ext>
                  </a:extLst>
                </a:gridCol>
                <a:gridCol w="5459186">
                  <a:extLst>
                    <a:ext uri="{9D8B030D-6E8A-4147-A177-3AD203B41FA5}">
                      <a16:colId xmlns:a16="http://schemas.microsoft.com/office/drawing/2014/main" val="811399438"/>
                    </a:ext>
                  </a:extLst>
                </a:gridCol>
              </a:tblGrid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Feature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28493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Creates or transforms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Selects useful existing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041717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increase the number of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Usually reduces the number of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83155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raw data into meaningful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Removes irrelevant or redundant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236377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Extract month from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Select attendance and 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213802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Improves feature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feature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61661"/>
                  </a:ext>
                </a:extLst>
              </a:tr>
              <a:tr h="73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Performed during data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Performed before or during model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821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8447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DE01-995C-A2BF-8152-B67A10D0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/>
          <a:lstStyle/>
          <a:p>
            <a:r>
              <a:rPr lang="en-IN" dirty="0"/>
              <a:t>Feature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5A63A-7A62-10F0-0AD2-0454DD7AA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10972800" cy="543197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Feature Store</a:t>
            </a:r>
            <a:r>
              <a:rPr lang="en-IN" dirty="0"/>
              <a:t> is a centralized system used to create, store, manage, version, discover, share, and serve machine learning features.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 feature store helps ensure that the same feature definitions are used during:</a:t>
            </a:r>
          </a:p>
          <a:p>
            <a:pPr lvl="0"/>
            <a:r>
              <a:rPr lang="en-IN" dirty="0"/>
              <a:t>Model training </a:t>
            </a:r>
          </a:p>
          <a:p>
            <a:pPr lvl="0"/>
            <a:r>
              <a:rPr lang="en-IN" dirty="0"/>
              <a:t>Model validation </a:t>
            </a:r>
          </a:p>
          <a:p>
            <a:pPr lvl="0"/>
            <a:r>
              <a:rPr lang="en-IN" dirty="0"/>
              <a:t>Model deployment </a:t>
            </a:r>
          </a:p>
          <a:p>
            <a:pPr lvl="0"/>
            <a:r>
              <a:rPr lang="en-IN" dirty="0"/>
              <a:t>Real-time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3184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6A41-4373-B55F-CD61-2485AB1C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IN" dirty="0"/>
              <a:t>Why Do We Need a Feature Store?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36AE9-1D96-3639-A806-709C669A0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40971"/>
            <a:ext cx="11092544" cy="5251904"/>
          </a:xfrm>
        </p:spPr>
        <p:txBody>
          <a:bodyPr/>
          <a:lstStyle/>
          <a:p>
            <a:r>
              <a:rPr lang="en-IN" dirty="0"/>
              <a:t>Average Monthly Purchase</a:t>
            </a:r>
          </a:p>
          <a:p>
            <a:r>
              <a:rPr lang="en-IN" dirty="0"/>
              <a:t>The feature is calculated using:</a:t>
            </a:r>
          </a:p>
          <a:p>
            <a:pPr marL="0" indent="0">
              <a:buNone/>
            </a:pPr>
            <a:r>
              <a:rPr lang="en-IN" dirty="0"/>
              <a:t>		Total Purchase Amount</a:t>
            </a:r>
          </a:p>
          <a:p>
            <a:pPr marL="0" indent="0">
              <a:buNone/>
            </a:pPr>
            <a:r>
              <a:rPr lang="en-IN" dirty="0"/>
              <a:t>		─────────────────────</a:t>
            </a:r>
          </a:p>
          <a:p>
            <a:pPr marL="0" indent="0">
              <a:buNone/>
            </a:pPr>
            <a:r>
              <a:rPr lang="en-IN" dirty="0"/>
              <a:t>		Number of Months</a:t>
            </a:r>
          </a:p>
          <a:p>
            <a:endParaRPr lang="en-IN" dirty="0"/>
          </a:p>
          <a:p>
            <a:r>
              <a:rPr lang="en-IN" dirty="0"/>
              <a:t>The model is trained using this calculation.</a:t>
            </a:r>
          </a:p>
          <a:p>
            <a:r>
              <a:rPr lang="en-IN" dirty="0"/>
              <a:t>During deployment, the application calculates the feature differently.</a:t>
            </a:r>
          </a:p>
          <a:p>
            <a:r>
              <a:rPr lang="en-IN" dirty="0"/>
              <a:t>This creates inconsistent results.</a:t>
            </a:r>
          </a:p>
          <a:p>
            <a:r>
              <a:rPr lang="en-IN" dirty="0"/>
              <a:t>This problem is called </a:t>
            </a:r>
            <a:r>
              <a:rPr lang="en-IN" b="1" dirty="0"/>
              <a:t>training-serving skew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6143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75E2-8C3E-E90A-CEAE-4C0DAD55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3189"/>
          </a:xfrm>
        </p:spPr>
        <p:txBody>
          <a:bodyPr/>
          <a:lstStyle/>
          <a:p>
            <a:r>
              <a:rPr lang="en-IN" dirty="0"/>
              <a:t>Training-serving skew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B6BB0-C93F-7B95-6852-FDE356594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83507"/>
            <a:ext cx="7609266" cy="63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697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6B04-E4F7-39E7-F930-1748CA264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874829" cy="616131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Benefits of a Feature Store</a:t>
            </a:r>
          </a:p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Centralized feature management </a:t>
            </a:r>
          </a:p>
          <a:p>
            <a:pPr lvl="0"/>
            <a:r>
              <a:rPr lang="en-IN" dirty="0"/>
              <a:t>Feature reuse </a:t>
            </a:r>
          </a:p>
          <a:p>
            <a:pPr lvl="0"/>
            <a:r>
              <a:rPr lang="en-IN" dirty="0"/>
              <a:t>Consistent feature definitions </a:t>
            </a:r>
          </a:p>
          <a:p>
            <a:pPr lvl="0"/>
            <a:r>
              <a:rPr lang="en-IN" dirty="0"/>
              <a:t>Reduced duplicate work </a:t>
            </a:r>
          </a:p>
          <a:p>
            <a:pPr lvl="0"/>
            <a:r>
              <a:rPr lang="en-IN" dirty="0"/>
              <a:t>Better collaboration </a:t>
            </a:r>
          </a:p>
          <a:p>
            <a:pPr lvl="0"/>
            <a:r>
              <a:rPr lang="en-IN" dirty="0"/>
              <a:t>Feature versioning </a:t>
            </a:r>
          </a:p>
          <a:p>
            <a:pPr lvl="0"/>
            <a:r>
              <a:rPr lang="en-IN" dirty="0"/>
              <a:t>Faster model development </a:t>
            </a:r>
          </a:p>
          <a:p>
            <a:pPr lvl="0"/>
            <a:r>
              <a:rPr lang="en-IN" dirty="0"/>
              <a:t>Reduced training-serving skew </a:t>
            </a:r>
          </a:p>
          <a:p>
            <a:pPr lvl="0"/>
            <a:r>
              <a:rPr lang="en-IN" dirty="0"/>
              <a:t>Supports batch and real-time features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188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B5E9-8CB8-2949-287F-985B305D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r>
              <a:rPr lang="en-IN" dirty="0"/>
              <a:t>Main Components of a Feature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E322-95EB-AB52-1A22-7E2775450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1027229" cy="5464629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IN" b="1" dirty="0"/>
              <a:t>Feature Registry - Stores information about features.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Feature Name:</a:t>
            </a:r>
          </a:p>
          <a:p>
            <a:pPr marL="0" indent="0">
              <a:buNone/>
            </a:pPr>
            <a:r>
              <a:rPr lang="en-US" dirty="0" err="1"/>
              <a:t>average_marks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Type:</a:t>
            </a:r>
          </a:p>
          <a:p>
            <a:pPr marL="0" indent="0">
              <a:buNone/>
            </a:pPr>
            <a:r>
              <a:rPr lang="en-US" dirty="0"/>
              <a:t>float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Description:</a:t>
            </a:r>
          </a:p>
          <a:p>
            <a:pPr marL="0" indent="0">
              <a:buNone/>
            </a:pPr>
            <a:r>
              <a:rPr lang="en-US" dirty="0"/>
              <a:t>Average marks obtained by a student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Version:</a:t>
            </a:r>
          </a:p>
          <a:p>
            <a:pPr marL="0" indent="0">
              <a:buNone/>
            </a:pPr>
            <a:r>
              <a:rPr lang="en-US" dirty="0"/>
              <a:t>1.0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50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659-CA71-C9B0-FD09-7EE9E2261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1256"/>
            <a:ext cx="11146971" cy="630282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Feature Definitions -  Defines how a feature is created.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 err="1"/>
              <a:t>average_marks</a:t>
            </a:r>
            <a:r>
              <a:rPr lang="en-US" dirty="0"/>
              <a:t>= </a:t>
            </a:r>
            <a:r>
              <a:rPr lang="en-US" dirty="0" err="1"/>
              <a:t>total_marks</a:t>
            </a:r>
            <a:r>
              <a:rPr lang="en-US" dirty="0"/>
              <a:t>/</a:t>
            </a:r>
            <a:r>
              <a:rPr lang="en-US" dirty="0" err="1"/>
              <a:t>number_of_subjects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</a:t>
            </a:r>
            <a:r>
              <a:rPr lang="en-IN" dirty="0"/>
              <a:t> </a:t>
            </a:r>
            <a:r>
              <a:rPr lang="en-IN" b="1" dirty="0"/>
              <a:t>Offline Feature Store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Stores historical feature data used for model training.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4 </a:t>
            </a:r>
            <a:r>
              <a:rPr lang="en-IN" b="1" dirty="0"/>
              <a:t>Online Feature Store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Stores the latest feature values used for real-time prediction.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026266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5DD6-F2BD-FCFE-0B03-CF40C4B58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70"/>
            <a:ext cx="11027229" cy="652054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5. </a:t>
            </a:r>
            <a:r>
              <a:rPr lang="en-IN" b="1" dirty="0"/>
              <a:t>Feature Metadata:</a:t>
            </a:r>
          </a:p>
          <a:p>
            <a:pPr marL="0" indent="0">
              <a:buNone/>
            </a:pPr>
            <a:r>
              <a:rPr lang="en-IN" dirty="0"/>
              <a:t>Stores information such as:</a:t>
            </a:r>
          </a:p>
          <a:p>
            <a:pPr lvl="0"/>
            <a:r>
              <a:rPr lang="en-IN" dirty="0"/>
              <a:t>Feature name </a:t>
            </a:r>
          </a:p>
          <a:p>
            <a:pPr lvl="0"/>
            <a:r>
              <a:rPr lang="en-IN" dirty="0"/>
              <a:t>Data type </a:t>
            </a:r>
          </a:p>
          <a:p>
            <a:pPr lvl="0"/>
            <a:r>
              <a:rPr lang="en-IN" dirty="0"/>
              <a:t>Description </a:t>
            </a:r>
          </a:p>
          <a:p>
            <a:pPr lvl="0"/>
            <a:r>
              <a:rPr lang="en-IN" dirty="0"/>
              <a:t>Owner </a:t>
            </a:r>
          </a:p>
          <a:p>
            <a:pPr lvl="0"/>
            <a:r>
              <a:rPr lang="en-IN" dirty="0"/>
              <a:t>Creation date </a:t>
            </a:r>
          </a:p>
          <a:p>
            <a:pPr lvl="0"/>
            <a:r>
              <a:rPr lang="en-IN" dirty="0"/>
              <a:t>Version </a:t>
            </a:r>
          </a:p>
          <a:p>
            <a:pPr lvl="0"/>
            <a:r>
              <a:rPr lang="en-IN" dirty="0"/>
              <a:t>Source </a:t>
            </a:r>
          </a:p>
          <a:p>
            <a:pPr lvl="0"/>
            <a:r>
              <a:rPr lang="en-IN" dirty="0"/>
              <a:t>Update frequency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68730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C6C4-3B5B-8D0D-485B-1447B3F6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Offline Feature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5C87-87EA-4235-71A1-808766CF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543"/>
            <a:ext cx="10885714" cy="542108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An </a:t>
            </a:r>
            <a:r>
              <a:rPr lang="en-IN" b="1" dirty="0"/>
              <a:t>Offline Feature Store</a:t>
            </a:r>
            <a:r>
              <a:rPr lang="en-IN" dirty="0"/>
              <a:t> stores large volumes of historical feature data and is mainly used for: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Model training </a:t>
            </a:r>
          </a:p>
          <a:p>
            <a:pPr lvl="0"/>
            <a:r>
              <a:rPr lang="en-IN" dirty="0"/>
              <a:t>Batch processing </a:t>
            </a:r>
          </a:p>
          <a:p>
            <a:pPr lvl="0"/>
            <a:r>
              <a:rPr lang="en-IN" dirty="0"/>
              <a:t>Historical analysis </a:t>
            </a:r>
          </a:p>
          <a:p>
            <a:pPr lvl="0"/>
            <a:r>
              <a:rPr lang="en-IN" dirty="0"/>
              <a:t>Feature generation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367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9C55-C177-33C3-425E-6EB5B1E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83029"/>
            <a:ext cx="11016343" cy="6400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Consider student attendance data.</a:t>
            </a:r>
          </a:p>
          <a:p>
            <a:r>
              <a:rPr lang="en-IN" dirty="0"/>
              <a:t>This historical information can be stored in an offline feature store.</a:t>
            </a:r>
          </a:p>
          <a:p>
            <a:r>
              <a:rPr lang="en-IN" dirty="0"/>
              <a:t>The model can use the complete history for training.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model can use the complete history for training.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9BE279-C834-0B52-1970-3819BBA1E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60966"/>
              </p:ext>
            </p:extLst>
          </p:nvPr>
        </p:nvGraphicFramePr>
        <p:xfrm>
          <a:off x="-1" y="1813266"/>
          <a:ext cx="11353800" cy="3357450"/>
        </p:xfrm>
        <a:graphic>
          <a:graphicData uri="http://schemas.openxmlformats.org/drawingml/2006/table">
            <a:tbl>
              <a:tblPr/>
              <a:tblGrid>
                <a:gridCol w="2838450">
                  <a:extLst>
                    <a:ext uri="{9D8B030D-6E8A-4147-A177-3AD203B41FA5}">
                      <a16:colId xmlns:a16="http://schemas.microsoft.com/office/drawing/2014/main" val="950893062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304655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3929785068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689585653"/>
                    </a:ext>
                  </a:extLst>
                </a:gridCol>
              </a:tblGrid>
              <a:tr h="6714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86421"/>
                  </a:ext>
                </a:extLst>
              </a:tr>
              <a:tr h="6714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2026-01-01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46598"/>
                  </a:ext>
                </a:extLst>
              </a:tr>
              <a:tr h="6714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078917"/>
                  </a:ext>
                </a:extLst>
              </a:tr>
              <a:tr h="6714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2026-03-01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423764"/>
                  </a:ext>
                </a:extLst>
              </a:tr>
              <a:tr h="6714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2026-01-01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3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5181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540B-F2FD-15F4-CA1B-2F47EAC0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086"/>
            <a:ext cx="11049000" cy="619397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pPr lvl="0"/>
            <a:r>
              <a:rPr lang="en-IN" dirty="0"/>
              <a:t>Stores historical data. </a:t>
            </a:r>
          </a:p>
          <a:p>
            <a:pPr lvl="0"/>
            <a:r>
              <a:rPr lang="en-IN" dirty="0"/>
              <a:t>Handles large datasets. </a:t>
            </a:r>
          </a:p>
          <a:p>
            <a:pPr lvl="0"/>
            <a:r>
              <a:rPr lang="en-IN" dirty="0"/>
              <a:t>Supports batch processing. </a:t>
            </a:r>
          </a:p>
          <a:p>
            <a:pPr lvl="0"/>
            <a:r>
              <a:rPr lang="en-IN" dirty="0"/>
              <a:t>Optimized for high storage capacity. </a:t>
            </a:r>
          </a:p>
          <a:p>
            <a:pPr lvl="0"/>
            <a:r>
              <a:rPr lang="en-IN" dirty="0"/>
              <a:t>Used during model training. </a:t>
            </a:r>
          </a:p>
          <a:p>
            <a:pPr lvl="0"/>
            <a:r>
              <a:rPr lang="en-IN" dirty="0"/>
              <a:t>Query response may take seconds or minutes.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7481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8491-48E1-C0C4-6A38-7C36E671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Online Feature Store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5485-4038-4ADC-146C-56AACB41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79714"/>
            <a:ext cx="11027229" cy="55131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An </a:t>
            </a:r>
            <a:r>
              <a:rPr lang="en-IN" b="1" dirty="0"/>
              <a:t>Online Feature Store</a:t>
            </a:r>
            <a:r>
              <a:rPr lang="en-IN" dirty="0"/>
              <a:t> stores the latest feature values and provides fast access for real-time model predictions.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A student prediction application receives:</a:t>
            </a:r>
          </a:p>
          <a:p>
            <a:r>
              <a:rPr lang="en-IN" dirty="0"/>
              <a:t>Student ID = 101</a:t>
            </a:r>
          </a:p>
          <a:p>
            <a:pPr marL="0" indent="0">
              <a:buNone/>
            </a:pPr>
            <a:r>
              <a:rPr lang="en-IN" dirty="0"/>
              <a:t>The application immediately requests:</a:t>
            </a:r>
          </a:p>
          <a:p>
            <a:r>
              <a:rPr lang="en-IN" dirty="0"/>
              <a:t>Current Attendance = 95%</a:t>
            </a:r>
          </a:p>
          <a:p>
            <a:endParaRPr lang="en-IN" dirty="0"/>
          </a:p>
          <a:p>
            <a:r>
              <a:rPr lang="en-IN" dirty="0"/>
              <a:t>Current Study Hours = 5</a:t>
            </a:r>
          </a:p>
          <a:p>
            <a:endParaRPr lang="en-IN" dirty="0"/>
          </a:p>
          <a:p>
            <a:r>
              <a:rPr lang="en-IN" dirty="0"/>
              <a:t>Current Average Marks = 82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9497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568DE-82D6-4F71-465E-971B4EBA5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8343"/>
            <a:ext cx="11059886" cy="610688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pPr lvl="0"/>
            <a:r>
              <a:rPr lang="en-IN" dirty="0"/>
              <a:t>Stores recent or latest feature values. </a:t>
            </a:r>
          </a:p>
          <a:p>
            <a:pPr lvl="0"/>
            <a:r>
              <a:rPr lang="en-IN" dirty="0"/>
              <a:t>Supports real-time prediction. </a:t>
            </a:r>
          </a:p>
          <a:p>
            <a:pPr lvl="0"/>
            <a:r>
              <a:rPr lang="en-IN" dirty="0"/>
              <a:t>Provides low-latency access. </a:t>
            </a:r>
          </a:p>
          <a:p>
            <a:pPr lvl="0"/>
            <a:r>
              <a:rPr lang="en-IN" dirty="0"/>
              <a:t>Optimized for fast retrieval. </a:t>
            </a:r>
          </a:p>
          <a:p>
            <a:pPr lvl="0"/>
            <a:r>
              <a:rPr lang="en-IN" dirty="0"/>
              <a:t>Usually stores a smaller amount of data than an offline store. </a:t>
            </a:r>
          </a:p>
          <a:p>
            <a:pPr lvl="0"/>
            <a:r>
              <a:rPr lang="en-IN" dirty="0"/>
              <a:t>Often uses key-value access.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4044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90C6-F4CE-A246-1719-B92CFCF1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r>
              <a:rPr lang="en-IN" dirty="0"/>
              <a:t>Online vs Offline Feature Store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E80561-9A50-3069-35F0-801EAD256A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439617"/>
              </p:ext>
            </p:extLst>
          </p:nvPr>
        </p:nvGraphicFramePr>
        <p:xfrm>
          <a:off x="707571" y="1273629"/>
          <a:ext cx="11103429" cy="5219244"/>
        </p:xfrm>
        <a:graphic>
          <a:graphicData uri="http://schemas.openxmlformats.org/drawingml/2006/table">
            <a:tbl>
              <a:tblPr/>
              <a:tblGrid>
                <a:gridCol w="3701143">
                  <a:extLst>
                    <a:ext uri="{9D8B030D-6E8A-4147-A177-3AD203B41FA5}">
                      <a16:colId xmlns:a16="http://schemas.microsoft.com/office/drawing/2014/main" val="1158715395"/>
                    </a:ext>
                  </a:extLst>
                </a:gridCol>
                <a:gridCol w="3701143">
                  <a:extLst>
                    <a:ext uri="{9D8B030D-6E8A-4147-A177-3AD203B41FA5}">
                      <a16:colId xmlns:a16="http://schemas.microsoft.com/office/drawing/2014/main" val="3935487212"/>
                    </a:ext>
                  </a:extLst>
                </a:gridCol>
                <a:gridCol w="3701143">
                  <a:extLst>
                    <a:ext uri="{9D8B030D-6E8A-4147-A177-3AD203B41FA5}">
                      <a16:colId xmlns:a16="http://schemas.microsoft.com/office/drawing/2014/main" val="1004241571"/>
                    </a:ext>
                  </a:extLst>
                </a:gridCol>
              </a:tblGrid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Offline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Online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302183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961082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Historical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Latest feature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902921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Relatively 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882126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91802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Seconds or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Milliseconds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331231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lake or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database or key-value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122605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scientists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Deployed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249172"/>
                  </a:ext>
                </a:extLst>
              </a:tr>
              <a:tr h="57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Historical attendance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Current 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264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8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3014</Words>
  <Application>Microsoft Office PowerPoint</Application>
  <PresentationFormat>Widescreen</PresentationFormat>
  <Paragraphs>853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5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Experiment Tracking</vt:lpstr>
      <vt:lpstr>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Artifacts</vt:lpstr>
      <vt:lpstr>Logs</vt:lpstr>
      <vt:lpstr>MLflow</vt:lpstr>
      <vt:lpstr>PowerPoint Presentation</vt:lpstr>
      <vt:lpstr>Mlflow Architecture</vt:lpstr>
      <vt:lpstr>Benefits of Experiment Tracking</vt:lpstr>
      <vt:lpstr>Experiment Tracking in the MLOps Pipeline</vt:lpstr>
      <vt:lpstr>Experiment Comparison</vt:lpstr>
      <vt:lpstr>Experiment Comparison</vt:lpstr>
      <vt:lpstr>Overfitting and Underfitting</vt:lpstr>
      <vt:lpstr>Underfitting</vt:lpstr>
      <vt:lpstr>Causes of Underfitting</vt:lpstr>
      <vt:lpstr>Overfitting</vt:lpstr>
      <vt:lpstr>PowerPoint Presentation</vt:lpstr>
      <vt:lpstr>PowerPoint Presentation</vt:lpstr>
      <vt:lpstr>Good Fit</vt:lpstr>
      <vt:lpstr>Detecting Overfitting,Underfitting,Goodfit</vt:lpstr>
      <vt:lpstr>PowerPoint Presentation</vt:lpstr>
      <vt:lpstr>Bias</vt:lpstr>
      <vt:lpstr>PowerPoint Presentation</vt:lpstr>
      <vt:lpstr>Variance</vt:lpstr>
      <vt:lpstr>PowerPoint Presentation</vt:lpstr>
      <vt:lpstr>PowerPoint Presentation</vt:lpstr>
      <vt:lpstr>PowerPoint Presentation</vt:lpstr>
      <vt:lpstr>PowerPoint Presentation</vt:lpstr>
      <vt:lpstr>Feature Store Fundamentals</vt:lpstr>
      <vt:lpstr>Student performance prediction system</vt:lpstr>
      <vt:lpstr>PowerPoint Presentation</vt:lpstr>
      <vt:lpstr>Feature Representation</vt:lpstr>
      <vt:lpstr>Feature Engineering</vt:lpstr>
      <vt:lpstr>PowerPoint Presentation</vt:lpstr>
      <vt:lpstr>PowerPoint Presentation</vt:lpstr>
      <vt:lpstr>PowerPoint Presentation</vt:lpstr>
      <vt:lpstr>Mean Imputation</vt:lpstr>
      <vt:lpstr>PowerPoint Presentation</vt:lpstr>
      <vt:lpstr>PowerPoint Presentation</vt:lpstr>
      <vt:lpstr>Median Imputation</vt:lpstr>
      <vt:lpstr>PowerPoint Presentation</vt:lpstr>
      <vt:lpstr>Mode Imputation</vt:lpstr>
      <vt:lpstr>PowerPoint Presentation</vt:lpstr>
      <vt:lpstr>Skewed Data</vt:lpstr>
      <vt:lpstr>Positively Skewed Data</vt:lpstr>
      <vt:lpstr>Negatively Skewed Data (Left-Skewed)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Scaling Numerical Features</vt:lpstr>
      <vt:lpstr>PowerPoint Presentation</vt:lpstr>
      <vt:lpstr>Creating New Features</vt:lpstr>
      <vt:lpstr>PowerPoint Presentation</vt:lpstr>
      <vt:lpstr>Text Feature Engineering</vt:lpstr>
      <vt:lpstr>PowerPoint Presentation</vt:lpstr>
      <vt:lpstr>Feature Selection</vt:lpstr>
      <vt:lpstr>PowerPoint Presentation</vt:lpstr>
      <vt:lpstr>Why is Feature Selection Needed</vt:lpstr>
      <vt:lpstr>Feature Selection Methods</vt:lpstr>
      <vt:lpstr>PowerPoint Presentation</vt:lpstr>
      <vt:lpstr>PowerPoint Presentation</vt:lpstr>
      <vt:lpstr>PowerPoint Presentation</vt:lpstr>
      <vt:lpstr>PowerPoint Presentation</vt:lpstr>
      <vt:lpstr>Feature Store</vt:lpstr>
      <vt:lpstr>Why Do We Need a Feature Store?</vt:lpstr>
      <vt:lpstr>Training-serving skew</vt:lpstr>
      <vt:lpstr>PowerPoint Presentation</vt:lpstr>
      <vt:lpstr>Main Components of a Feature Store</vt:lpstr>
      <vt:lpstr>PowerPoint Presentation</vt:lpstr>
      <vt:lpstr>PowerPoint Presentation</vt:lpstr>
      <vt:lpstr>Offline Feature Store</vt:lpstr>
      <vt:lpstr>PowerPoint Presentation</vt:lpstr>
      <vt:lpstr>PowerPoint Presentation</vt:lpstr>
      <vt:lpstr>Online Feature Store </vt:lpstr>
      <vt:lpstr>PowerPoint Presentation</vt:lpstr>
      <vt:lpstr>Online vs Offline Feature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 Chinnasamy</dc:creator>
  <cp:lastModifiedBy>Aswini Chinnasamy</cp:lastModifiedBy>
  <cp:revision>1</cp:revision>
  <dcterms:created xsi:type="dcterms:W3CDTF">2026-07-28T04:03:23Z</dcterms:created>
  <dcterms:modified xsi:type="dcterms:W3CDTF">2026-08-05T07:34:15Z</dcterms:modified>
</cp:coreProperties>
</file>