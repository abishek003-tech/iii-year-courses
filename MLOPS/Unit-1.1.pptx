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284" r:id="rId2"/>
    <p:sldId id="295" r:id="rId3"/>
    <p:sldId id="299" r:id="rId4"/>
    <p:sldId id="271" r:id="rId5"/>
    <p:sldId id="272" r:id="rId6"/>
    <p:sldId id="256" r:id="rId7"/>
    <p:sldId id="257" r:id="rId8"/>
    <p:sldId id="300" r:id="rId9"/>
    <p:sldId id="258" r:id="rId10"/>
    <p:sldId id="259" r:id="rId11"/>
    <p:sldId id="296" r:id="rId12"/>
    <p:sldId id="260" r:id="rId13"/>
    <p:sldId id="261" r:id="rId14"/>
    <p:sldId id="297" r:id="rId15"/>
    <p:sldId id="263" r:id="rId16"/>
    <p:sldId id="264" r:id="rId17"/>
    <p:sldId id="262" r:id="rId18"/>
    <p:sldId id="265" r:id="rId19"/>
    <p:sldId id="266" r:id="rId20"/>
    <p:sldId id="267" r:id="rId21"/>
    <p:sldId id="268" r:id="rId22"/>
    <p:sldId id="269" r:id="rId23"/>
    <p:sldId id="270" r:id="rId24"/>
    <p:sldId id="273" r:id="rId25"/>
    <p:sldId id="274" r:id="rId26"/>
    <p:sldId id="275" r:id="rId27"/>
    <p:sldId id="276" r:id="rId28"/>
    <p:sldId id="277" r:id="rId29"/>
    <p:sldId id="278" r:id="rId30"/>
    <p:sldId id="279" r:id="rId31"/>
    <p:sldId id="280" r:id="rId32"/>
    <p:sldId id="281" r:id="rId33"/>
    <p:sldId id="282" r:id="rId34"/>
    <p:sldId id="283" r:id="rId35"/>
    <p:sldId id="298"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E1176B-DA7A-46AE-BF6C-0EFEA79332C0}" v="115" dt="2026-07-13T00:17:18.3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wini Chinnasamy" userId="747a38e629acba16" providerId="LiveId" clId="{7BC40E3E-8DCE-4B79-8DE2-DBD290D7FC7B}"/>
    <pc:docChg chg="undo custSel addSld delSld modSld sldOrd">
      <pc:chgData name="Aswini Chinnasamy" userId="747a38e629acba16" providerId="LiveId" clId="{7BC40E3E-8DCE-4B79-8DE2-DBD290D7FC7B}" dt="2026-07-13T00:32:15.967" v="3844" actId="207"/>
      <pc:docMkLst>
        <pc:docMk/>
      </pc:docMkLst>
      <pc:sldChg chg="delSp modSp mod ord">
        <pc:chgData name="Aswini Chinnasamy" userId="747a38e629acba16" providerId="LiveId" clId="{7BC40E3E-8DCE-4B79-8DE2-DBD290D7FC7B}" dt="2026-07-08T05:07:36.919" v="3631" actId="478"/>
        <pc:sldMkLst>
          <pc:docMk/>
          <pc:sldMk cId="1103784617" sldId="256"/>
        </pc:sldMkLst>
        <pc:spChg chg="mod">
          <ac:chgData name="Aswini Chinnasamy" userId="747a38e629acba16" providerId="LiveId" clId="{7BC40E3E-8DCE-4B79-8DE2-DBD290D7FC7B}" dt="2026-06-30T09:38:34.394" v="242" actId="2711"/>
          <ac:spMkLst>
            <pc:docMk/>
            <pc:sldMk cId="1103784617" sldId="256"/>
            <ac:spMk id="2" creationId="{1591C7FD-476F-A770-5239-C186C7D3ECA9}"/>
          </ac:spMkLst>
        </pc:spChg>
      </pc:sldChg>
      <pc:sldChg chg="addSp delSp modSp new mod">
        <pc:chgData name="Aswini Chinnasamy" userId="747a38e629acba16" providerId="LiveId" clId="{7BC40E3E-8DCE-4B79-8DE2-DBD290D7FC7B}" dt="2026-06-30T10:13:26.769" v="1127" actId="122"/>
        <pc:sldMkLst>
          <pc:docMk/>
          <pc:sldMk cId="1882495726" sldId="257"/>
        </pc:sldMkLst>
        <pc:spChg chg="mod">
          <ac:chgData name="Aswini Chinnasamy" userId="747a38e629acba16" providerId="LiveId" clId="{7BC40E3E-8DCE-4B79-8DE2-DBD290D7FC7B}" dt="2026-06-30T09:43:46.376" v="274" actId="1076"/>
          <ac:spMkLst>
            <pc:docMk/>
            <pc:sldMk cId="1882495726" sldId="257"/>
            <ac:spMk id="3" creationId="{A1977640-5E64-5752-F34B-B70372E7146D}"/>
          </ac:spMkLst>
        </pc:spChg>
        <pc:spChg chg="add mod">
          <ac:chgData name="Aswini Chinnasamy" userId="747a38e629acba16" providerId="LiveId" clId="{7BC40E3E-8DCE-4B79-8DE2-DBD290D7FC7B}" dt="2026-06-30T10:13:26.769" v="1127" actId="122"/>
          <ac:spMkLst>
            <pc:docMk/>
            <pc:sldMk cId="1882495726" sldId="257"/>
            <ac:spMk id="6" creationId="{4A1F6471-9398-F9C0-0261-EC8DCAE82454}"/>
          </ac:spMkLst>
        </pc:spChg>
      </pc:sldChg>
      <pc:sldChg chg="modSp new mod">
        <pc:chgData name="Aswini Chinnasamy" userId="747a38e629acba16" providerId="LiveId" clId="{7BC40E3E-8DCE-4B79-8DE2-DBD290D7FC7B}" dt="2026-06-30T10:13:31.518" v="1128" actId="122"/>
        <pc:sldMkLst>
          <pc:docMk/>
          <pc:sldMk cId="4224848230" sldId="258"/>
        </pc:sldMkLst>
        <pc:spChg chg="mod">
          <ac:chgData name="Aswini Chinnasamy" userId="747a38e629acba16" providerId="LiveId" clId="{7BC40E3E-8DCE-4B79-8DE2-DBD290D7FC7B}" dt="2026-06-30T10:13:31.518" v="1128" actId="122"/>
          <ac:spMkLst>
            <pc:docMk/>
            <pc:sldMk cId="4224848230" sldId="258"/>
            <ac:spMk id="2" creationId="{6362CDA2-9D19-DC15-B0FF-5944FD3B565B}"/>
          </ac:spMkLst>
        </pc:spChg>
        <pc:spChg chg="mod">
          <ac:chgData name="Aswini Chinnasamy" userId="747a38e629acba16" providerId="LiveId" clId="{7BC40E3E-8DCE-4B79-8DE2-DBD290D7FC7B}" dt="2026-06-30T09:45:37.545" v="295" actId="27636"/>
          <ac:spMkLst>
            <pc:docMk/>
            <pc:sldMk cId="4224848230" sldId="258"/>
            <ac:spMk id="3" creationId="{3CD61456-E9C3-7E36-AB4C-745FD176A15C}"/>
          </ac:spMkLst>
        </pc:spChg>
      </pc:sldChg>
      <pc:sldChg chg="modSp new mod">
        <pc:chgData name="Aswini Chinnasamy" userId="747a38e629acba16" providerId="LiveId" clId="{7BC40E3E-8DCE-4B79-8DE2-DBD290D7FC7B}" dt="2026-06-30T10:13:35.836" v="1129" actId="122"/>
        <pc:sldMkLst>
          <pc:docMk/>
          <pc:sldMk cId="1442584784" sldId="259"/>
        </pc:sldMkLst>
        <pc:spChg chg="mod">
          <ac:chgData name="Aswini Chinnasamy" userId="747a38e629acba16" providerId="LiveId" clId="{7BC40E3E-8DCE-4B79-8DE2-DBD290D7FC7B}" dt="2026-06-30T10:13:35.836" v="1129" actId="122"/>
          <ac:spMkLst>
            <pc:docMk/>
            <pc:sldMk cId="1442584784" sldId="259"/>
            <ac:spMk id="2" creationId="{A52E1990-C0C2-4B16-83DA-56E11F46777C}"/>
          </ac:spMkLst>
        </pc:spChg>
        <pc:spChg chg="mod">
          <ac:chgData name="Aswini Chinnasamy" userId="747a38e629acba16" providerId="LiveId" clId="{7BC40E3E-8DCE-4B79-8DE2-DBD290D7FC7B}" dt="2026-06-30T09:50:40.982" v="625" actId="1076"/>
          <ac:spMkLst>
            <pc:docMk/>
            <pc:sldMk cId="1442584784" sldId="259"/>
            <ac:spMk id="3" creationId="{5317298E-0A1D-8A18-24F4-C868B224FBEE}"/>
          </ac:spMkLst>
        </pc:spChg>
      </pc:sldChg>
      <pc:sldChg chg="modSp new mod">
        <pc:chgData name="Aswini Chinnasamy" userId="747a38e629acba16" providerId="LiveId" clId="{7BC40E3E-8DCE-4B79-8DE2-DBD290D7FC7B}" dt="2026-07-02T23:26:42.646" v="3231" actId="207"/>
        <pc:sldMkLst>
          <pc:docMk/>
          <pc:sldMk cId="3052885882" sldId="260"/>
        </pc:sldMkLst>
        <pc:spChg chg="mod">
          <ac:chgData name="Aswini Chinnasamy" userId="747a38e629acba16" providerId="LiveId" clId="{7BC40E3E-8DCE-4B79-8DE2-DBD290D7FC7B}" dt="2026-06-30T10:13:41.725" v="1130" actId="122"/>
          <ac:spMkLst>
            <pc:docMk/>
            <pc:sldMk cId="3052885882" sldId="260"/>
            <ac:spMk id="2" creationId="{24A3DF9F-0A65-754D-9650-15C40CB7E5F0}"/>
          </ac:spMkLst>
        </pc:spChg>
        <pc:spChg chg="mod">
          <ac:chgData name="Aswini Chinnasamy" userId="747a38e629acba16" providerId="LiveId" clId="{7BC40E3E-8DCE-4B79-8DE2-DBD290D7FC7B}" dt="2026-07-02T23:26:42.646" v="3231" actId="207"/>
          <ac:spMkLst>
            <pc:docMk/>
            <pc:sldMk cId="3052885882" sldId="260"/>
            <ac:spMk id="3" creationId="{A86C8104-53B0-88B0-613B-2AC51598B5EE}"/>
          </ac:spMkLst>
        </pc:spChg>
      </pc:sldChg>
      <pc:sldChg chg="modSp new mod">
        <pc:chgData name="Aswini Chinnasamy" userId="747a38e629acba16" providerId="LiveId" clId="{7BC40E3E-8DCE-4B79-8DE2-DBD290D7FC7B}" dt="2026-07-08T07:17:56.285" v="3777" actId="14100"/>
        <pc:sldMkLst>
          <pc:docMk/>
          <pc:sldMk cId="3977150076" sldId="261"/>
        </pc:sldMkLst>
        <pc:spChg chg="mod">
          <ac:chgData name="Aswini Chinnasamy" userId="747a38e629acba16" providerId="LiveId" clId="{7BC40E3E-8DCE-4B79-8DE2-DBD290D7FC7B}" dt="2026-07-08T07:15:15.259" v="3747" actId="20577"/>
          <ac:spMkLst>
            <pc:docMk/>
            <pc:sldMk cId="3977150076" sldId="261"/>
            <ac:spMk id="2" creationId="{C48EDA18-D115-9290-5462-0D6FDAB08765}"/>
          </ac:spMkLst>
        </pc:spChg>
        <pc:spChg chg="mod">
          <ac:chgData name="Aswini Chinnasamy" userId="747a38e629acba16" providerId="LiveId" clId="{7BC40E3E-8DCE-4B79-8DE2-DBD290D7FC7B}" dt="2026-07-08T07:17:56.285" v="3777" actId="14100"/>
          <ac:spMkLst>
            <pc:docMk/>
            <pc:sldMk cId="3977150076" sldId="261"/>
            <ac:spMk id="3" creationId="{E1322167-5523-BA57-2295-83284D863A61}"/>
          </ac:spMkLst>
        </pc:spChg>
      </pc:sldChg>
      <pc:sldChg chg="modSp new mod">
        <pc:chgData name="Aswini Chinnasamy" userId="747a38e629acba16" providerId="LiveId" clId="{7BC40E3E-8DCE-4B79-8DE2-DBD290D7FC7B}" dt="2026-06-30T15:20:31.753" v="2399" actId="207"/>
        <pc:sldMkLst>
          <pc:docMk/>
          <pc:sldMk cId="2148527556" sldId="262"/>
        </pc:sldMkLst>
        <pc:spChg chg="mod">
          <ac:chgData name="Aswini Chinnasamy" userId="747a38e629acba16" providerId="LiveId" clId="{7BC40E3E-8DCE-4B79-8DE2-DBD290D7FC7B}" dt="2026-06-30T15:18:16.022" v="2390" actId="1076"/>
          <ac:spMkLst>
            <pc:docMk/>
            <pc:sldMk cId="2148527556" sldId="262"/>
            <ac:spMk id="2" creationId="{B32FCECE-1EA8-9FC9-B592-88FCA4AEA394}"/>
          </ac:spMkLst>
        </pc:spChg>
        <pc:spChg chg="mod">
          <ac:chgData name="Aswini Chinnasamy" userId="747a38e629acba16" providerId="LiveId" clId="{7BC40E3E-8DCE-4B79-8DE2-DBD290D7FC7B}" dt="2026-06-30T15:20:31.753" v="2399" actId="207"/>
          <ac:spMkLst>
            <pc:docMk/>
            <pc:sldMk cId="2148527556" sldId="262"/>
            <ac:spMk id="3" creationId="{F169379F-B19E-790B-280E-F178F682DDCE}"/>
          </ac:spMkLst>
        </pc:spChg>
      </pc:sldChg>
      <pc:sldChg chg="modSp new mod">
        <pc:chgData name="Aswini Chinnasamy" userId="747a38e629acba16" providerId="LiveId" clId="{7BC40E3E-8DCE-4B79-8DE2-DBD290D7FC7B}" dt="2026-06-30T15:05:13.002" v="2381" actId="20577"/>
        <pc:sldMkLst>
          <pc:docMk/>
          <pc:sldMk cId="378094242" sldId="263"/>
        </pc:sldMkLst>
        <pc:spChg chg="mod">
          <ac:chgData name="Aswini Chinnasamy" userId="747a38e629acba16" providerId="LiveId" clId="{7BC40E3E-8DCE-4B79-8DE2-DBD290D7FC7B}" dt="2026-06-30T10:47:35.667" v="1736" actId="14100"/>
          <ac:spMkLst>
            <pc:docMk/>
            <pc:sldMk cId="378094242" sldId="263"/>
            <ac:spMk id="2" creationId="{56EB18EB-8BC3-C700-8D1A-49A6B571C283}"/>
          </ac:spMkLst>
        </pc:spChg>
        <pc:spChg chg="mod">
          <ac:chgData name="Aswini Chinnasamy" userId="747a38e629acba16" providerId="LiveId" clId="{7BC40E3E-8DCE-4B79-8DE2-DBD290D7FC7B}" dt="2026-06-30T15:05:13.002" v="2381" actId="20577"/>
          <ac:spMkLst>
            <pc:docMk/>
            <pc:sldMk cId="378094242" sldId="263"/>
            <ac:spMk id="3" creationId="{6C1E1991-7592-7A24-AE0E-C43C66032D1D}"/>
          </ac:spMkLst>
        </pc:spChg>
      </pc:sldChg>
      <pc:sldChg chg="addSp delSp modSp new mod">
        <pc:chgData name="Aswini Chinnasamy" userId="747a38e629acba16" providerId="LiveId" clId="{7BC40E3E-8DCE-4B79-8DE2-DBD290D7FC7B}" dt="2026-07-08T05:07:43.268" v="3632" actId="1036"/>
        <pc:sldMkLst>
          <pc:docMk/>
          <pc:sldMk cId="3253556293" sldId="264"/>
        </pc:sldMkLst>
        <pc:spChg chg="add mod">
          <ac:chgData name="Aswini Chinnasamy" userId="747a38e629acba16" providerId="LiveId" clId="{7BC40E3E-8DCE-4B79-8DE2-DBD290D7FC7B}" dt="2026-06-30T14:55:48.509" v="2324" actId="20577"/>
          <ac:spMkLst>
            <pc:docMk/>
            <pc:sldMk cId="3253556293" sldId="264"/>
            <ac:spMk id="4" creationId="{17C186A5-DEF4-F99C-4725-BFAF201705C7}"/>
          </ac:spMkLst>
        </pc:spChg>
        <pc:spChg chg="add mod">
          <ac:chgData name="Aswini Chinnasamy" userId="747a38e629acba16" providerId="LiveId" clId="{7BC40E3E-8DCE-4B79-8DE2-DBD290D7FC7B}" dt="2026-06-30T14:52:44.020" v="2272" actId="122"/>
          <ac:spMkLst>
            <pc:docMk/>
            <pc:sldMk cId="3253556293" sldId="264"/>
            <ac:spMk id="7" creationId="{A60328D7-6ADC-B8FB-8A11-66A87D24CC23}"/>
          </ac:spMkLst>
        </pc:spChg>
        <pc:spChg chg="add mod">
          <ac:chgData name="Aswini Chinnasamy" userId="747a38e629acba16" providerId="LiveId" clId="{7BC40E3E-8DCE-4B79-8DE2-DBD290D7FC7B}" dt="2026-06-30T14:53:17.108" v="2315" actId="20577"/>
          <ac:spMkLst>
            <pc:docMk/>
            <pc:sldMk cId="3253556293" sldId="264"/>
            <ac:spMk id="8" creationId="{7F6E3152-0AC3-B699-AC90-D60040B11F52}"/>
          </ac:spMkLst>
        </pc:spChg>
        <pc:graphicFrameChg chg="add mod modGraphic">
          <ac:chgData name="Aswini Chinnasamy" userId="747a38e629acba16" providerId="LiveId" clId="{7BC40E3E-8DCE-4B79-8DE2-DBD290D7FC7B}" dt="2026-07-08T05:07:43.268" v="3632" actId="1036"/>
          <ac:graphicFrameMkLst>
            <pc:docMk/>
            <pc:sldMk cId="3253556293" sldId="264"/>
            <ac:graphicFrameMk id="2" creationId="{DD070FA7-8DFC-2A64-1644-3DC1A925E56C}"/>
          </ac:graphicFrameMkLst>
        </pc:graphicFrameChg>
        <pc:cxnChg chg="add mod">
          <ac:chgData name="Aswini Chinnasamy" userId="747a38e629acba16" providerId="LiveId" clId="{7BC40E3E-8DCE-4B79-8DE2-DBD290D7FC7B}" dt="2026-06-30T14:51:08.950" v="2250" actId="1076"/>
          <ac:cxnSpMkLst>
            <pc:docMk/>
            <pc:sldMk cId="3253556293" sldId="264"/>
            <ac:cxnSpMk id="6" creationId="{93CE35E7-3A3C-E6C1-06DE-BB7ACEE8BE8F}"/>
          </ac:cxnSpMkLst>
        </pc:cxnChg>
      </pc:sldChg>
      <pc:sldChg chg="addSp modSp new mod">
        <pc:chgData name="Aswini Chinnasamy" userId="747a38e629acba16" providerId="LiveId" clId="{7BC40E3E-8DCE-4B79-8DE2-DBD290D7FC7B}" dt="2026-06-30T15:28:45.786" v="2492" actId="2711"/>
        <pc:sldMkLst>
          <pc:docMk/>
          <pc:sldMk cId="1108675409" sldId="265"/>
        </pc:sldMkLst>
        <pc:spChg chg="mod">
          <ac:chgData name="Aswini Chinnasamy" userId="747a38e629acba16" providerId="LiveId" clId="{7BC40E3E-8DCE-4B79-8DE2-DBD290D7FC7B}" dt="2026-06-30T15:24:37.047" v="2426" actId="1076"/>
          <ac:spMkLst>
            <pc:docMk/>
            <pc:sldMk cId="1108675409" sldId="265"/>
            <ac:spMk id="2" creationId="{A9A9BA70-8152-0C15-0BA6-DE9CFC6F4915}"/>
          </ac:spMkLst>
        </pc:spChg>
        <pc:spChg chg="mod">
          <ac:chgData name="Aswini Chinnasamy" userId="747a38e629acba16" providerId="LiveId" clId="{7BC40E3E-8DCE-4B79-8DE2-DBD290D7FC7B}" dt="2026-06-30T15:28:45.786" v="2492" actId="2711"/>
          <ac:spMkLst>
            <pc:docMk/>
            <pc:sldMk cId="1108675409" sldId="265"/>
            <ac:spMk id="3" creationId="{D2D5A683-94DB-5851-8980-D49AB13419B5}"/>
          </ac:spMkLst>
        </pc:spChg>
        <pc:graphicFrameChg chg="add mod modGraphic">
          <ac:chgData name="Aswini Chinnasamy" userId="747a38e629acba16" providerId="LiveId" clId="{7BC40E3E-8DCE-4B79-8DE2-DBD290D7FC7B}" dt="2026-06-30T15:28:32.233" v="2490" actId="1076"/>
          <ac:graphicFrameMkLst>
            <pc:docMk/>
            <pc:sldMk cId="1108675409" sldId="265"/>
            <ac:graphicFrameMk id="4" creationId="{F5C9A4D2-F47A-0150-A81D-DB979C318830}"/>
          </ac:graphicFrameMkLst>
        </pc:graphicFrameChg>
      </pc:sldChg>
      <pc:sldChg chg="modSp new mod">
        <pc:chgData name="Aswini Chinnasamy" userId="747a38e629acba16" providerId="LiveId" clId="{7BC40E3E-8DCE-4B79-8DE2-DBD290D7FC7B}" dt="2026-07-02T23:29:55.952" v="3232" actId="255"/>
        <pc:sldMkLst>
          <pc:docMk/>
          <pc:sldMk cId="3982959418" sldId="266"/>
        </pc:sldMkLst>
        <pc:spChg chg="mod">
          <ac:chgData name="Aswini Chinnasamy" userId="747a38e629acba16" providerId="LiveId" clId="{7BC40E3E-8DCE-4B79-8DE2-DBD290D7FC7B}" dt="2026-07-02T23:29:55.952" v="3232" actId="255"/>
          <ac:spMkLst>
            <pc:docMk/>
            <pc:sldMk cId="3982959418" sldId="266"/>
            <ac:spMk id="2" creationId="{2B70611E-C5E2-5A10-DC1A-76BD34E62148}"/>
          </ac:spMkLst>
        </pc:spChg>
        <pc:spChg chg="mod">
          <ac:chgData name="Aswini Chinnasamy" userId="747a38e629acba16" providerId="LiveId" clId="{7BC40E3E-8DCE-4B79-8DE2-DBD290D7FC7B}" dt="2026-06-30T23:49:42.201" v="2694" actId="1076"/>
          <ac:spMkLst>
            <pc:docMk/>
            <pc:sldMk cId="3982959418" sldId="266"/>
            <ac:spMk id="3" creationId="{2CDCADC3-74F8-5A6E-8630-8E6918FA1D17}"/>
          </ac:spMkLst>
        </pc:spChg>
      </pc:sldChg>
      <pc:sldChg chg="modSp new mod">
        <pc:chgData name="Aswini Chinnasamy" userId="747a38e629acba16" providerId="LiveId" clId="{7BC40E3E-8DCE-4B79-8DE2-DBD290D7FC7B}" dt="2026-06-30T15:36:03.863" v="2610" actId="20577"/>
        <pc:sldMkLst>
          <pc:docMk/>
          <pc:sldMk cId="4110582233" sldId="267"/>
        </pc:sldMkLst>
        <pc:spChg chg="mod">
          <ac:chgData name="Aswini Chinnasamy" userId="747a38e629acba16" providerId="LiveId" clId="{7BC40E3E-8DCE-4B79-8DE2-DBD290D7FC7B}" dt="2026-06-30T15:34:39.762" v="2608" actId="27636"/>
          <ac:spMkLst>
            <pc:docMk/>
            <pc:sldMk cId="4110582233" sldId="267"/>
            <ac:spMk id="2" creationId="{B1DA7298-077D-287C-4ABE-6E16737AD74F}"/>
          </ac:spMkLst>
        </pc:spChg>
        <pc:spChg chg="mod">
          <ac:chgData name="Aswini Chinnasamy" userId="747a38e629acba16" providerId="LiveId" clId="{7BC40E3E-8DCE-4B79-8DE2-DBD290D7FC7B}" dt="2026-06-30T15:36:03.863" v="2610" actId="20577"/>
          <ac:spMkLst>
            <pc:docMk/>
            <pc:sldMk cId="4110582233" sldId="267"/>
            <ac:spMk id="3" creationId="{CE6B67BA-49E6-1BE5-55D7-59FC01898B0B}"/>
          </ac:spMkLst>
        </pc:spChg>
      </pc:sldChg>
      <pc:sldChg chg="modSp new mod">
        <pc:chgData name="Aswini Chinnasamy" userId="747a38e629acba16" providerId="LiveId" clId="{7BC40E3E-8DCE-4B79-8DE2-DBD290D7FC7B}" dt="2026-06-30T15:48:13.661" v="2685" actId="122"/>
        <pc:sldMkLst>
          <pc:docMk/>
          <pc:sldMk cId="2667427940" sldId="268"/>
        </pc:sldMkLst>
        <pc:spChg chg="mod">
          <ac:chgData name="Aswini Chinnasamy" userId="747a38e629acba16" providerId="LiveId" clId="{7BC40E3E-8DCE-4B79-8DE2-DBD290D7FC7B}" dt="2026-06-30T15:45:14.301" v="2632" actId="1076"/>
          <ac:spMkLst>
            <pc:docMk/>
            <pc:sldMk cId="2667427940" sldId="268"/>
            <ac:spMk id="2" creationId="{383B0F8E-2795-E429-1117-4219AA9AE698}"/>
          </ac:spMkLst>
        </pc:spChg>
        <pc:spChg chg="mod">
          <ac:chgData name="Aswini Chinnasamy" userId="747a38e629acba16" providerId="LiveId" clId="{7BC40E3E-8DCE-4B79-8DE2-DBD290D7FC7B}" dt="2026-06-30T15:48:13.661" v="2685" actId="122"/>
          <ac:spMkLst>
            <pc:docMk/>
            <pc:sldMk cId="2667427940" sldId="268"/>
            <ac:spMk id="3" creationId="{D522C4D8-D499-4911-7D1E-94D979F81B2E}"/>
          </ac:spMkLst>
        </pc:spChg>
      </pc:sldChg>
      <pc:sldChg chg="addSp delSp modSp new mod">
        <pc:chgData name="Aswini Chinnasamy" userId="747a38e629acba16" providerId="LiveId" clId="{7BC40E3E-8DCE-4B79-8DE2-DBD290D7FC7B}" dt="2026-06-30T15:50:09.152" v="2693" actId="1076"/>
        <pc:sldMkLst>
          <pc:docMk/>
          <pc:sldMk cId="200499867" sldId="269"/>
        </pc:sldMkLst>
        <pc:spChg chg="mod">
          <ac:chgData name="Aswini Chinnasamy" userId="747a38e629acba16" providerId="LiveId" clId="{7BC40E3E-8DCE-4B79-8DE2-DBD290D7FC7B}" dt="2026-06-30T15:50:09.152" v="2693" actId="1076"/>
          <ac:spMkLst>
            <pc:docMk/>
            <pc:sldMk cId="200499867" sldId="269"/>
            <ac:spMk id="3" creationId="{336B3D73-F374-54F7-269D-9AEFC0C01653}"/>
          </ac:spMkLst>
        </pc:spChg>
        <pc:spChg chg="add mod">
          <ac:chgData name="Aswini Chinnasamy" userId="747a38e629acba16" providerId="LiveId" clId="{7BC40E3E-8DCE-4B79-8DE2-DBD290D7FC7B}" dt="2026-06-30T15:48:37.518" v="2687"/>
          <ac:spMkLst>
            <pc:docMk/>
            <pc:sldMk cId="200499867" sldId="269"/>
            <ac:spMk id="4" creationId="{9D29F770-2875-0E71-6DF2-E253F8876692}"/>
          </ac:spMkLst>
        </pc:spChg>
      </pc:sldChg>
      <pc:sldChg chg="modSp new mod">
        <pc:chgData name="Aswini Chinnasamy" userId="747a38e629acba16" providerId="LiveId" clId="{7BC40E3E-8DCE-4B79-8DE2-DBD290D7FC7B}" dt="2026-07-01T00:32:55.989" v="3115" actId="2711"/>
        <pc:sldMkLst>
          <pc:docMk/>
          <pc:sldMk cId="2497801329" sldId="270"/>
        </pc:sldMkLst>
        <pc:spChg chg="mod">
          <ac:chgData name="Aswini Chinnasamy" userId="747a38e629acba16" providerId="LiveId" clId="{7BC40E3E-8DCE-4B79-8DE2-DBD290D7FC7B}" dt="2026-07-01T00:32:47.821" v="3114" actId="2711"/>
          <ac:spMkLst>
            <pc:docMk/>
            <pc:sldMk cId="2497801329" sldId="270"/>
            <ac:spMk id="2" creationId="{A19D2755-7B8D-C22C-44F7-61C7990E9245}"/>
          </ac:spMkLst>
        </pc:spChg>
        <pc:spChg chg="mod">
          <ac:chgData name="Aswini Chinnasamy" userId="747a38e629acba16" providerId="LiveId" clId="{7BC40E3E-8DCE-4B79-8DE2-DBD290D7FC7B}" dt="2026-07-01T00:32:55.989" v="3115" actId="2711"/>
          <ac:spMkLst>
            <pc:docMk/>
            <pc:sldMk cId="2497801329" sldId="270"/>
            <ac:spMk id="3" creationId="{DA1D42B5-8587-5A8C-0BCD-CA42EAED5E12}"/>
          </ac:spMkLst>
        </pc:spChg>
      </pc:sldChg>
      <pc:sldChg chg="modSp new mod ord">
        <pc:chgData name="Aswini Chinnasamy" userId="747a38e629acba16" providerId="LiveId" clId="{7BC40E3E-8DCE-4B79-8DE2-DBD290D7FC7B}" dt="2026-07-13T00:14:03.056" v="3821"/>
        <pc:sldMkLst>
          <pc:docMk/>
          <pc:sldMk cId="3383295457" sldId="271"/>
        </pc:sldMkLst>
        <pc:spChg chg="mod">
          <ac:chgData name="Aswini Chinnasamy" userId="747a38e629acba16" providerId="LiveId" clId="{7BC40E3E-8DCE-4B79-8DE2-DBD290D7FC7B}" dt="2026-07-02T03:37:41.380" v="3195" actId="1076"/>
          <ac:spMkLst>
            <pc:docMk/>
            <pc:sldMk cId="3383295457" sldId="271"/>
            <ac:spMk id="2" creationId="{B709BAAE-7B58-E66B-79C0-225D000BD6B4}"/>
          </ac:spMkLst>
        </pc:spChg>
        <pc:spChg chg="mod">
          <ac:chgData name="Aswini Chinnasamy" userId="747a38e629acba16" providerId="LiveId" clId="{7BC40E3E-8DCE-4B79-8DE2-DBD290D7FC7B}" dt="2026-07-02T23:23:25.065" v="3225" actId="207"/>
          <ac:spMkLst>
            <pc:docMk/>
            <pc:sldMk cId="3383295457" sldId="271"/>
            <ac:spMk id="3" creationId="{4AA10282-3DF8-7146-80CC-B845B2827107}"/>
          </ac:spMkLst>
        </pc:spChg>
      </pc:sldChg>
      <pc:sldChg chg="modSp add mod ord">
        <pc:chgData name="Aswini Chinnasamy" userId="747a38e629acba16" providerId="LiveId" clId="{7BC40E3E-8DCE-4B79-8DE2-DBD290D7FC7B}" dt="2026-07-13T00:14:08.344" v="3823"/>
        <pc:sldMkLst>
          <pc:docMk/>
          <pc:sldMk cId="3354841650" sldId="272"/>
        </pc:sldMkLst>
        <pc:spChg chg="mod">
          <ac:chgData name="Aswini Chinnasamy" userId="747a38e629acba16" providerId="LiveId" clId="{7BC40E3E-8DCE-4B79-8DE2-DBD290D7FC7B}" dt="2026-07-02T03:38:16.600" v="3204" actId="20577"/>
          <ac:spMkLst>
            <pc:docMk/>
            <pc:sldMk cId="3354841650" sldId="272"/>
            <ac:spMk id="2" creationId="{65F9303D-0A4F-3394-2905-0227FC7A1B88}"/>
          </ac:spMkLst>
        </pc:spChg>
        <pc:spChg chg="mod">
          <ac:chgData name="Aswini Chinnasamy" userId="747a38e629acba16" providerId="LiveId" clId="{7BC40E3E-8DCE-4B79-8DE2-DBD290D7FC7B}" dt="2026-07-13T00:08:38.585" v="3794" actId="20577"/>
          <ac:spMkLst>
            <pc:docMk/>
            <pc:sldMk cId="3354841650" sldId="272"/>
            <ac:spMk id="3" creationId="{464F20EE-DDA0-F5FB-3A9F-485ECA614676}"/>
          </ac:spMkLst>
        </pc:spChg>
      </pc:sldChg>
      <pc:sldChg chg="modSp new mod">
        <pc:chgData name="Aswini Chinnasamy" userId="747a38e629acba16" providerId="LiveId" clId="{7BC40E3E-8DCE-4B79-8DE2-DBD290D7FC7B}" dt="2026-07-02T23:34:42.432" v="3250" actId="122"/>
        <pc:sldMkLst>
          <pc:docMk/>
          <pc:sldMk cId="3392809261" sldId="273"/>
        </pc:sldMkLst>
        <pc:spChg chg="mod">
          <ac:chgData name="Aswini Chinnasamy" userId="747a38e629acba16" providerId="LiveId" clId="{7BC40E3E-8DCE-4B79-8DE2-DBD290D7FC7B}" dt="2026-07-02T23:34:02.676" v="3237" actId="1076"/>
          <ac:spMkLst>
            <pc:docMk/>
            <pc:sldMk cId="3392809261" sldId="273"/>
            <ac:spMk id="2" creationId="{FFDFB4ED-AAC4-243B-D3DF-B9E2CE5F40ED}"/>
          </ac:spMkLst>
        </pc:spChg>
        <pc:spChg chg="mod">
          <ac:chgData name="Aswini Chinnasamy" userId="747a38e629acba16" providerId="LiveId" clId="{7BC40E3E-8DCE-4B79-8DE2-DBD290D7FC7B}" dt="2026-07-02T23:34:42.432" v="3250" actId="122"/>
          <ac:spMkLst>
            <pc:docMk/>
            <pc:sldMk cId="3392809261" sldId="273"/>
            <ac:spMk id="3" creationId="{D5EFBA52-65AE-3055-44D1-D155CBE5E2A1}"/>
          </ac:spMkLst>
        </pc:spChg>
      </pc:sldChg>
      <pc:sldChg chg="modSp new mod">
        <pc:chgData name="Aswini Chinnasamy" userId="747a38e629acba16" providerId="LiveId" clId="{7BC40E3E-8DCE-4B79-8DE2-DBD290D7FC7B}" dt="2026-07-02T23:39:33.973" v="3274" actId="2711"/>
        <pc:sldMkLst>
          <pc:docMk/>
          <pc:sldMk cId="668757428" sldId="274"/>
        </pc:sldMkLst>
        <pc:spChg chg="mod">
          <ac:chgData name="Aswini Chinnasamy" userId="747a38e629acba16" providerId="LiveId" clId="{7BC40E3E-8DCE-4B79-8DE2-DBD290D7FC7B}" dt="2026-07-02T23:38:19.250" v="3256" actId="1076"/>
          <ac:spMkLst>
            <pc:docMk/>
            <pc:sldMk cId="668757428" sldId="274"/>
            <ac:spMk id="2" creationId="{FAE5F2E4-5877-5C40-FB88-8075B19743AA}"/>
          </ac:spMkLst>
        </pc:spChg>
        <pc:spChg chg="mod">
          <ac:chgData name="Aswini Chinnasamy" userId="747a38e629acba16" providerId="LiveId" clId="{7BC40E3E-8DCE-4B79-8DE2-DBD290D7FC7B}" dt="2026-07-02T23:39:33.973" v="3274" actId="2711"/>
          <ac:spMkLst>
            <pc:docMk/>
            <pc:sldMk cId="668757428" sldId="274"/>
            <ac:spMk id="3" creationId="{99726DF9-381C-694C-3561-EB50ADB01138}"/>
          </ac:spMkLst>
        </pc:spChg>
      </pc:sldChg>
      <pc:sldChg chg="modSp new mod ord">
        <pc:chgData name="Aswini Chinnasamy" userId="747a38e629acba16" providerId="LiveId" clId="{7BC40E3E-8DCE-4B79-8DE2-DBD290D7FC7B}" dt="2026-07-02T23:44:20.212" v="3324"/>
        <pc:sldMkLst>
          <pc:docMk/>
          <pc:sldMk cId="1551693863" sldId="275"/>
        </pc:sldMkLst>
        <pc:spChg chg="mod">
          <ac:chgData name="Aswini Chinnasamy" userId="747a38e629acba16" providerId="LiveId" clId="{7BC40E3E-8DCE-4B79-8DE2-DBD290D7FC7B}" dt="2026-07-02T23:40:19.450" v="3279" actId="1076"/>
          <ac:spMkLst>
            <pc:docMk/>
            <pc:sldMk cId="1551693863" sldId="275"/>
            <ac:spMk id="2" creationId="{64D5C7D1-0840-8777-FBB1-5E5EA07B29C8}"/>
          </ac:spMkLst>
        </pc:spChg>
        <pc:spChg chg="mod">
          <ac:chgData name="Aswini Chinnasamy" userId="747a38e629acba16" providerId="LiveId" clId="{7BC40E3E-8DCE-4B79-8DE2-DBD290D7FC7B}" dt="2026-07-02T23:41:09.387" v="3294" actId="2711"/>
          <ac:spMkLst>
            <pc:docMk/>
            <pc:sldMk cId="1551693863" sldId="275"/>
            <ac:spMk id="3" creationId="{27F65EA3-D57D-5BB9-17C4-03D40C529346}"/>
          </ac:spMkLst>
        </pc:spChg>
      </pc:sldChg>
      <pc:sldChg chg="addSp delSp modSp new mod">
        <pc:chgData name="Aswini Chinnasamy" userId="747a38e629acba16" providerId="LiveId" clId="{7BC40E3E-8DCE-4B79-8DE2-DBD290D7FC7B}" dt="2026-07-02T23:43:49.147" v="3322" actId="2711"/>
        <pc:sldMkLst>
          <pc:docMk/>
          <pc:sldMk cId="542978591" sldId="276"/>
        </pc:sldMkLst>
        <pc:spChg chg="mod">
          <ac:chgData name="Aswini Chinnasamy" userId="747a38e629acba16" providerId="LiveId" clId="{7BC40E3E-8DCE-4B79-8DE2-DBD290D7FC7B}" dt="2026-07-02T23:43:49.147" v="3322" actId="2711"/>
          <ac:spMkLst>
            <pc:docMk/>
            <pc:sldMk cId="542978591" sldId="276"/>
            <ac:spMk id="2" creationId="{6D795029-865E-22BC-3FFF-7CB68FCE2C94}"/>
          </ac:spMkLst>
        </pc:spChg>
        <pc:graphicFrameChg chg="add mod modGraphic">
          <ac:chgData name="Aswini Chinnasamy" userId="747a38e629acba16" providerId="LiveId" clId="{7BC40E3E-8DCE-4B79-8DE2-DBD290D7FC7B}" dt="2026-07-02T23:43:41.483" v="3321" actId="207"/>
          <ac:graphicFrameMkLst>
            <pc:docMk/>
            <pc:sldMk cId="542978591" sldId="276"/>
            <ac:graphicFrameMk id="4" creationId="{442A4618-79CD-4348-FAD5-1C3E3E6540F7}"/>
          </ac:graphicFrameMkLst>
        </pc:graphicFrameChg>
      </pc:sldChg>
      <pc:sldChg chg="addSp delSp modSp new mod">
        <pc:chgData name="Aswini Chinnasamy" userId="747a38e629acba16" providerId="LiveId" clId="{7BC40E3E-8DCE-4B79-8DE2-DBD290D7FC7B}" dt="2026-07-13T00:32:15.967" v="3844" actId="207"/>
        <pc:sldMkLst>
          <pc:docMk/>
          <pc:sldMk cId="1041613945" sldId="277"/>
        </pc:sldMkLst>
        <pc:spChg chg="mod">
          <ac:chgData name="Aswini Chinnasamy" userId="747a38e629acba16" providerId="LiveId" clId="{7BC40E3E-8DCE-4B79-8DE2-DBD290D7FC7B}" dt="2026-07-02T23:46:18.126" v="3343" actId="2711"/>
          <ac:spMkLst>
            <pc:docMk/>
            <pc:sldMk cId="1041613945" sldId="277"/>
            <ac:spMk id="2" creationId="{96B5B902-C600-CE45-F8F5-8BB2B3AD6026}"/>
          </ac:spMkLst>
        </pc:spChg>
        <pc:graphicFrameChg chg="add mod modGraphic">
          <ac:chgData name="Aswini Chinnasamy" userId="747a38e629acba16" providerId="LiveId" clId="{7BC40E3E-8DCE-4B79-8DE2-DBD290D7FC7B}" dt="2026-07-13T00:32:15.967" v="3844" actId="207"/>
          <ac:graphicFrameMkLst>
            <pc:docMk/>
            <pc:sldMk cId="1041613945" sldId="277"/>
            <ac:graphicFrameMk id="4" creationId="{FE6D691F-5487-6F98-AAE0-02516B953B66}"/>
          </ac:graphicFrameMkLst>
        </pc:graphicFrameChg>
      </pc:sldChg>
      <pc:sldChg chg="addSp delSp modSp new mod">
        <pc:chgData name="Aswini Chinnasamy" userId="747a38e629acba16" providerId="LiveId" clId="{7BC40E3E-8DCE-4B79-8DE2-DBD290D7FC7B}" dt="2026-07-08T06:46:10.201" v="3678" actId="20577"/>
        <pc:sldMkLst>
          <pc:docMk/>
          <pc:sldMk cId="3647737025" sldId="278"/>
        </pc:sldMkLst>
        <pc:spChg chg="mod">
          <ac:chgData name="Aswini Chinnasamy" userId="747a38e629acba16" providerId="LiveId" clId="{7BC40E3E-8DCE-4B79-8DE2-DBD290D7FC7B}" dt="2026-07-03T06:34:03.495" v="3546" actId="1076"/>
          <ac:spMkLst>
            <pc:docMk/>
            <pc:sldMk cId="3647737025" sldId="278"/>
            <ac:spMk id="2" creationId="{D93FB5A8-AC83-EF27-E1FD-0D2780F7811D}"/>
          </ac:spMkLst>
        </pc:spChg>
        <pc:graphicFrameChg chg="add mod modGraphic">
          <ac:chgData name="Aswini Chinnasamy" userId="747a38e629acba16" providerId="LiveId" clId="{7BC40E3E-8DCE-4B79-8DE2-DBD290D7FC7B}" dt="2026-07-08T06:46:10.201" v="3678" actId="20577"/>
          <ac:graphicFrameMkLst>
            <pc:docMk/>
            <pc:sldMk cId="3647737025" sldId="278"/>
            <ac:graphicFrameMk id="4" creationId="{534618F6-25ED-E316-B436-A1A3CA1883E7}"/>
          </ac:graphicFrameMkLst>
        </pc:graphicFrameChg>
      </pc:sldChg>
      <pc:sldChg chg="modSp new mod">
        <pc:chgData name="Aswini Chinnasamy" userId="747a38e629acba16" providerId="LiveId" clId="{7BC40E3E-8DCE-4B79-8DE2-DBD290D7FC7B}" dt="2026-07-03T00:00:55.926" v="3414" actId="122"/>
        <pc:sldMkLst>
          <pc:docMk/>
          <pc:sldMk cId="3765276772" sldId="279"/>
        </pc:sldMkLst>
        <pc:spChg chg="mod">
          <ac:chgData name="Aswini Chinnasamy" userId="747a38e629acba16" providerId="LiveId" clId="{7BC40E3E-8DCE-4B79-8DE2-DBD290D7FC7B}" dt="2026-07-03T00:00:19.279" v="3408" actId="14100"/>
          <ac:spMkLst>
            <pc:docMk/>
            <pc:sldMk cId="3765276772" sldId="279"/>
            <ac:spMk id="2" creationId="{0B7F21FA-8F15-DB65-A57E-0A79E7E502E9}"/>
          </ac:spMkLst>
        </pc:spChg>
        <pc:spChg chg="mod">
          <ac:chgData name="Aswini Chinnasamy" userId="747a38e629acba16" providerId="LiveId" clId="{7BC40E3E-8DCE-4B79-8DE2-DBD290D7FC7B}" dt="2026-07-03T00:00:55.926" v="3414" actId="122"/>
          <ac:spMkLst>
            <pc:docMk/>
            <pc:sldMk cId="3765276772" sldId="279"/>
            <ac:spMk id="3" creationId="{979FF340-5B3B-575A-8632-96C0248BD44E}"/>
          </ac:spMkLst>
        </pc:spChg>
      </pc:sldChg>
      <pc:sldChg chg="modSp new mod">
        <pc:chgData name="Aswini Chinnasamy" userId="747a38e629acba16" providerId="LiveId" clId="{7BC40E3E-8DCE-4B79-8DE2-DBD290D7FC7B}" dt="2026-07-03T00:02:58.184" v="3450" actId="14100"/>
        <pc:sldMkLst>
          <pc:docMk/>
          <pc:sldMk cId="2761078231" sldId="280"/>
        </pc:sldMkLst>
        <pc:spChg chg="mod">
          <ac:chgData name="Aswini Chinnasamy" userId="747a38e629acba16" providerId="LiveId" clId="{7BC40E3E-8DCE-4B79-8DE2-DBD290D7FC7B}" dt="2026-07-03T00:02:50.880" v="3447" actId="14100"/>
          <ac:spMkLst>
            <pc:docMk/>
            <pc:sldMk cId="2761078231" sldId="280"/>
            <ac:spMk id="2" creationId="{354293C6-174F-FAAD-E9AB-66BEC7BAD25A}"/>
          </ac:spMkLst>
        </pc:spChg>
        <pc:spChg chg="mod">
          <ac:chgData name="Aswini Chinnasamy" userId="747a38e629acba16" providerId="LiveId" clId="{7BC40E3E-8DCE-4B79-8DE2-DBD290D7FC7B}" dt="2026-07-03T00:02:58.184" v="3450" actId="14100"/>
          <ac:spMkLst>
            <pc:docMk/>
            <pc:sldMk cId="2761078231" sldId="280"/>
            <ac:spMk id="3" creationId="{13C42C12-4FD1-07AC-760C-328837C1A1B3}"/>
          </ac:spMkLst>
        </pc:spChg>
      </pc:sldChg>
      <pc:sldChg chg="delSp modSp new mod">
        <pc:chgData name="Aswini Chinnasamy" userId="747a38e629acba16" providerId="LiveId" clId="{7BC40E3E-8DCE-4B79-8DE2-DBD290D7FC7B}" dt="2026-07-03T06:31:07.851" v="3536" actId="1076"/>
        <pc:sldMkLst>
          <pc:docMk/>
          <pc:sldMk cId="1117455349" sldId="281"/>
        </pc:sldMkLst>
        <pc:spChg chg="mod">
          <ac:chgData name="Aswini Chinnasamy" userId="747a38e629acba16" providerId="LiveId" clId="{7BC40E3E-8DCE-4B79-8DE2-DBD290D7FC7B}" dt="2026-07-03T06:31:07.851" v="3536" actId="1076"/>
          <ac:spMkLst>
            <pc:docMk/>
            <pc:sldMk cId="1117455349" sldId="281"/>
            <ac:spMk id="3" creationId="{EB4AAAB9-E4F1-70B3-D652-D8D80D06F006}"/>
          </ac:spMkLst>
        </pc:spChg>
      </pc:sldChg>
      <pc:sldChg chg="modSp new mod">
        <pc:chgData name="Aswini Chinnasamy" userId="747a38e629acba16" providerId="LiveId" clId="{7BC40E3E-8DCE-4B79-8DE2-DBD290D7FC7B}" dt="2026-07-03T06:30:37.152" v="3534" actId="2711"/>
        <pc:sldMkLst>
          <pc:docMk/>
          <pc:sldMk cId="1558726589" sldId="282"/>
        </pc:sldMkLst>
        <pc:spChg chg="mod">
          <ac:chgData name="Aswini Chinnasamy" userId="747a38e629acba16" providerId="LiveId" clId="{7BC40E3E-8DCE-4B79-8DE2-DBD290D7FC7B}" dt="2026-07-03T06:30:37.152" v="3534" actId="2711"/>
          <ac:spMkLst>
            <pc:docMk/>
            <pc:sldMk cId="1558726589" sldId="282"/>
            <ac:spMk id="2" creationId="{40A9C9A6-D3AF-52AF-5BA5-DFD508BC14E5}"/>
          </ac:spMkLst>
        </pc:spChg>
        <pc:spChg chg="mod">
          <ac:chgData name="Aswini Chinnasamy" userId="747a38e629acba16" providerId="LiveId" clId="{7BC40E3E-8DCE-4B79-8DE2-DBD290D7FC7B}" dt="2026-07-03T00:10:43.703" v="3504" actId="122"/>
          <ac:spMkLst>
            <pc:docMk/>
            <pc:sldMk cId="1558726589" sldId="282"/>
            <ac:spMk id="3" creationId="{774C0802-64FD-4A02-8F84-6127E8A52C77}"/>
          </ac:spMkLst>
        </pc:spChg>
      </pc:sldChg>
      <pc:sldChg chg="addSp delSp modSp new mod">
        <pc:chgData name="Aswini Chinnasamy" userId="747a38e629acba16" providerId="LiveId" clId="{7BC40E3E-8DCE-4B79-8DE2-DBD290D7FC7B}" dt="2026-07-03T06:35:27.787" v="3547" actId="1076"/>
        <pc:sldMkLst>
          <pc:docMk/>
          <pc:sldMk cId="2131156561" sldId="283"/>
        </pc:sldMkLst>
        <pc:spChg chg="mod">
          <ac:chgData name="Aswini Chinnasamy" userId="747a38e629acba16" providerId="LiveId" clId="{7BC40E3E-8DCE-4B79-8DE2-DBD290D7FC7B}" dt="2026-07-03T00:12:18.517" v="3531" actId="1076"/>
          <ac:spMkLst>
            <pc:docMk/>
            <pc:sldMk cId="2131156561" sldId="283"/>
            <ac:spMk id="3" creationId="{7D344266-3754-D5A2-2424-A5C54E37B646}"/>
          </ac:spMkLst>
        </pc:spChg>
        <pc:spChg chg="add mod">
          <ac:chgData name="Aswini Chinnasamy" userId="747a38e629acba16" providerId="LiveId" clId="{7BC40E3E-8DCE-4B79-8DE2-DBD290D7FC7B}" dt="2026-07-03T06:35:27.787" v="3547" actId="1076"/>
          <ac:spMkLst>
            <pc:docMk/>
            <pc:sldMk cId="2131156561" sldId="283"/>
            <ac:spMk id="4" creationId="{DF16BAD4-848A-1B26-597B-99E8F8CB3CCC}"/>
          </ac:spMkLst>
        </pc:spChg>
      </pc:sldChg>
      <pc:sldChg chg="modSp add mod ord">
        <pc:chgData name="Aswini Chinnasamy" userId="747a38e629acba16" providerId="LiveId" clId="{7BC40E3E-8DCE-4B79-8DE2-DBD290D7FC7B}" dt="2026-07-08T04:52:21.143" v="3615" actId="207"/>
        <pc:sldMkLst>
          <pc:docMk/>
          <pc:sldMk cId="0" sldId="284"/>
        </pc:sldMkLst>
        <pc:spChg chg="mod">
          <ac:chgData name="Aswini Chinnasamy" userId="747a38e629acba16" providerId="LiveId" clId="{7BC40E3E-8DCE-4B79-8DE2-DBD290D7FC7B}" dt="2026-07-08T04:52:13.643" v="3614" actId="207"/>
          <ac:spMkLst>
            <pc:docMk/>
            <pc:sldMk cId="0" sldId="284"/>
            <ac:spMk id="91" creationId="{00000000-0000-0000-0000-000000000000}"/>
          </ac:spMkLst>
        </pc:spChg>
        <pc:spChg chg="mod">
          <ac:chgData name="Aswini Chinnasamy" userId="747a38e629acba16" providerId="LiveId" clId="{7BC40E3E-8DCE-4B79-8DE2-DBD290D7FC7B}" dt="2026-07-08T04:52:21.143" v="3615" actId="207"/>
          <ac:spMkLst>
            <pc:docMk/>
            <pc:sldMk cId="0" sldId="284"/>
            <ac:spMk id="93" creationId="{00000000-0000-0000-0000-000000000000}"/>
          </ac:spMkLst>
        </pc:spChg>
      </pc:sldChg>
      <pc:sldChg chg="addSp delSp modSp add mod">
        <pc:chgData name="Aswini Chinnasamy" userId="747a38e629acba16" providerId="LiveId" clId="{7BC40E3E-8DCE-4B79-8DE2-DBD290D7FC7B}" dt="2026-07-08T05:05:14.976" v="3629" actId="14100"/>
        <pc:sldMkLst>
          <pc:docMk/>
          <pc:sldMk cId="0" sldId="295"/>
        </pc:sldMkLst>
        <pc:spChg chg="add mod">
          <ac:chgData name="Aswini Chinnasamy" userId="747a38e629acba16" providerId="LiveId" clId="{7BC40E3E-8DCE-4B79-8DE2-DBD290D7FC7B}" dt="2026-07-08T05:05:14.976" v="3629" actId="14100"/>
          <ac:spMkLst>
            <pc:docMk/>
            <pc:sldMk cId="0" sldId="295"/>
            <ac:spMk id="6" creationId="{CBA3B91E-3E43-09A9-D156-DC2BEEBB8F41}"/>
          </ac:spMkLst>
        </pc:spChg>
        <pc:spChg chg="mod">
          <ac:chgData name="Aswini Chinnasamy" userId="747a38e629acba16" providerId="LiveId" clId="{7BC40E3E-8DCE-4B79-8DE2-DBD290D7FC7B}" dt="2026-07-08T04:53:05.043" v="3618" actId="14100"/>
          <ac:spMkLst>
            <pc:docMk/>
            <pc:sldMk cId="0" sldId="295"/>
            <ac:spMk id="99" creationId="{00000000-0000-0000-0000-000000000000}"/>
          </ac:spMkLst>
        </pc:spChg>
        <pc:spChg chg="mod">
          <ac:chgData name="Aswini Chinnasamy" userId="747a38e629acba16" providerId="LiveId" clId="{7BC40E3E-8DCE-4B79-8DE2-DBD290D7FC7B}" dt="2026-07-08T05:03:15.783" v="3622" actId="14100"/>
          <ac:spMkLst>
            <pc:docMk/>
            <pc:sldMk cId="0" sldId="295"/>
            <ac:spMk id="100" creationId="{00000000-0000-0000-0000-000000000000}"/>
          </ac:spMkLst>
        </pc:spChg>
      </pc:sldChg>
      <pc:sldChg chg="addSp delSp modSp new mod">
        <pc:chgData name="Aswini Chinnasamy" userId="747a38e629acba16" providerId="LiveId" clId="{7BC40E3E-8DCE-4B79-8DE2-DBD290D7FC7B}" dt="2026-07-08T06:39:06.743" v="3644" actId="14100"/>
        <pc:sldMkLst>
          <pc:docMk/>
          <pc:sldMk cId="162054332" sldId="296"/>
        </pc:sldMkLst>
        <pc:picChg chg="add mod ord">
          <ac:chgData name="Aswini Chinnasamy" userId="747a38e629acba16" providerId="LiveId" clId="{7BC40E3E-8DCE-4B79-8DE2-DBD290D7FC7B}" dt="2026-07-08T06:39:06.743" v="3644" actId="14100"/>
          <ac:picMkLst>
            <pc:docMk/>
            <pc:sldMk cId="162054332" sldId="296"/>
            <ac:picMk id="5" creationId="{5C71198A-4081-5191-2590-68895F70217A}"/>
          </ac:picMkLst>
        </pc:picChg>
      </pc:sldChg>
      <pc:sldChg chg="modSp new mod">
        <pc:chgData name="Aswini Chinnasamy" userId="747a38e629acba16" providerId="LiveId" clId="{7BC40E3E-8DCE-4B79-8DE2-DBD290D7FC7B}" dt="2026-07-08T07:16:29.591" v="3761"/>
        <pc:sldMkLst>
          <pc:docMk/>
          <pc:sldMk cId="1352791373" sldId="297"/>
        </pc:sldMkLst>
        <pc:spChg chg="mod">
          <ac:chgData name="Aswini Chinnasamy" userId="747a38e629acba16" providerId="LiveId" clId="{7BC40E3E-8DCE-4B79-8DE2-DBD290D7FC7B}" dt="2026-07-08T07:16:03.769" v="3757" actId="14100"/>
          <ac:spMkLst>
            <pc:docMk/>
            <pc:sldMk cId="1352791373" sldId="297"/>
            <ac:spMk id="2" creationId="{E48F6F6C-B141-D182-7408-4116FEE32BD2}"/>
          </ac:spMkLst>
        </pc:spChg>
        <pc:spChg chg="mod">
          <ac:chgData name="Aswini Chinnasamy" userId="747a38e629acba16" providerId="LiveId" clId="{7BC40E3E-8DCE-4B79-8DE2-DBD290D7FC7B}" dt="2026-07-08T07:16:29.591" v="3761"/>
          <ac:spMkLst>
            <pc:docMk/>
            <pc:sldMk cId="1352791373" sldId="297"/>
            <ac:spMk id="3" creationId="{0DBBBE1B-04BD-ABDE-F943-A15103702236}"/>
          </ac:spMkLst>
        </pc:spChg>
      </pc:sldChg>
      <pc:sldChg chg="addSp delSp modSp new mod">
        <pc:chgData name="Aswini Chinnasamy" userId="747a38e629acba16" providerId="LiveId" clId="{7BC40E3E-8DCE-4B79-8DE2-DBD290D7FC7B}" dt="2026-07-08T09:06:35.460" v="3789" actId="14100"/>
        <pc:sldMkLst>
          <pc:docMk/>
          <pc:sldMk cId="3232529703" sldId="298"/>
        </pc:sldMkLst>
        <pc:picChg chg="add mod ord">
          <ac:chgData name="Aswini Chinnasamy" userId="747a38e629acba16" providerId="LiveId" clId="{7BC40E3E-8DCE-4B79-8DE2-DBD290D7FC7B}" dt="2026-07-08T09:06:35.460" v="3789" actId="14100"/>
          <ac:picMkLst>
            <pc:docMk/>
            <pc:sldMk cId="3232529703" sldId="298"/>
            <ac:picMk id="5" creationId="{91E4E50A-E279-2AA2-27B2-4FAE74CCFFEB}"/>
          </ac:picMkLst>
        </pc:picChg>
      </pc:sldChg>
      <pc:sldChg chg="delSp modSp new mod">
        <pc:chgData name="Aswini Chinnasamy" userId="747a38e629acba16" providerId="LiveId" clId="{7BC40E3E-8DCE-4B79-8DE2-DBD290D7FC7B}" dt="2026-07-13T00:13:27.562" v="3819" actId="27636"/>
        <pc:sldMkLst>
          <pc:docMk/>
          <pc:sldMk cId="2423847314" sldId="299"/>
        </pc:sldMkLst>
        <pc:spChg chg="del">
          <ac:chgData name="Aswini Chinnasamy" userId="747a38e629acba16" providerId="LiveId" clId="{7BC40E3E-8DCE-4B79-8DE2-DBD290D7FC7B}" dt="2026-07-13T00:13:10.389" v="3813" actId="478"/>
          <ac:spMkLst>
            <pc:docMk/>
            <pc:sldMk cId="2423847314" sldId="299"/>
            <ac:spMk id="2" creationId="{351F16A1-A411-C604-6339-9FF96992AE86}"/>
          </ac:spMkLst>
        </pc:spChg>
        <pc:spChg chg="mod">
          <ac:chgData name="Aswini Chinnasamy" userId="747a38e629acba16" providerId="LiveId" clId="{7BC40E3E-8DCE-4B79-8DE2-DBD290D7FC7B}" dt="2026-07-13T00:13:27.562" v="3819" actId="27636"/>
          <ac:spMkLst>
            <pc:docMk/>
            <pc:sldMk cId="2423847314" sldId="299"/>
            <ac:spMk id="3" creationId="{087BD0BB-DD9F-9019-6F58-0C992E9D5838}"/>
          </ac:spMkLst>
        </pc:spChg>
      </pc:sldChg>
      <pc:sldChg chg="modSp new mod">
        <pc:chgData name="Aswini Chinnasamy" userId="747a38e629acba16" providerId="LiveId" clId="{7BC40E3E-8DCE-4B79-8DE2-DBD290D7FC7B}" dt="2026-07-13T00:17:38.449" v="3843" actId="20577"/>
        <pc:sldMkLst>
          <pc:docMk/>
          <pc:sldMk cId="1828194844" sldId="300"/>
        </pc:sldMkLst>
        <pc:spChg chg="mod">
          <ac:chgData name="Aswini Chinnasamy" userId="747a38e629acba16" providerId="LiveId" clId="{7BC40E3E-8DCE-4B79-8DE2-DBD290D7FC7B}" dt="2026-07-13T00:16:28.776" v="3829" actId="14100"/>
          <ac:spMkLst>
            <pc:docMk/>
            <pc:sldMk cId="1828194844" sldId="300"/>
            <ac:spMk id="2" creationId="{2876EFD4-97FA-7296-B01E-AE0D40977741}"/>
          </ac:spMkLst>
        </pc:spChg>
        <pc:spChg chg="mod">
          <ac:chgData name="Aswini Chinnasamy" userId="747a38e629acba16" providerId="LiveId" clId="{7BC40E3E-8DCE-4B79-8DE2-DBD290D7FC7B}" dt="2026-07-13T00:17:38.449" v="3843" actId="20577"/>
          <ac:spMkLst>
            <pc:docMk/>
            <pc:sldMk cId="1828194844" sldId="300"/>
            <ac:spMk id="3" creationId="{C1403CF1-C3D1-58A3-4C38-E022E887C53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2594F7-CDDA-4BCC-876E-D6C12596D7F2}"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IN"/>
        </a:p>
      </dgm:t>
    </dgm:pt>
    <dgm:pt modelId="{0B1FA84D-A19B-498A-A962-CD10457FA2DD}">
      <dgm:prSet phldrT="[Text]" phldr="0" custT="1"/>
      <dgm:spPr/>
      <dgm:t>
        <a:bodyPr/>
        <a:lstStyle/>
        <a:p>
          <a:r>
            <a:rPr lang="en-US" sz="3200" dirty="0"/>
            <a:t>Build</a:t>
          </a:r>
          <a:endParaRPr lang="en-IN" sz="3200" dirty="0"/>
        </a:p>
      </dgm:t>
    </dgm:pt>
    <dgm:pt modelId="{4A9EF913-AD90-401C-A698-161F83B233B7}" type="parTrans" cxnId="{7E672FD5-740F-4CA3-9B7F-7C80E8C7A303}">
      <dgm:prSet/>
      <dgm:spPr/>
      <dgm:t>
        <a:bodyPr/>
        <a:lstStyle/>
        <a:p>
          <a:endParaRPr lang="en-IN"/>
        </a:p>
      </dgm:t>
    </dgm:pt>
    <dgm:pt modelId="{184F8A8B-D68F-4805-9462-92CBBBBC81C8}" type="sibTrans" cxnId="{7E672FD5-740F-4CA3-9B7F-7C80E8C7A303}">
      <dgm:prSet/>
      <dgm:spPr/>
      <dgm:t>
        <a:bodyPr/>
        <a:lstStyle/>
        <a:p>
          <a:endParaRPr lang="en-IN"/>
        </a:p>
      </dgm:t>
    </dgm:pt>
    <dgm:pt modelId="{ED58DB48-8200-4945-A01B-3A8292D8472A}">
      <dgm:prSet phldrT="[Text]" phldr="0" custT="1"/>
      <dgm:spPr/>
      <dgm:t>
        <a:bodyPr/>
        <a:lstStyle/>
        <a:p>
          <a:r>
            <a:rPr lang="en-US" sz="3200" dirty="0"/>
            <a:t>Test</a:t>
          </a:r>
          <a:endParaRPr lang="en-IN" sz="3200" dirty="0"/>
        </a:p>
      </dgm:t>
    </dgm:pt>
    <dgm:pt modelId="{AD7E267A-CB90-438D-988B-B4F353326662}" type="parTrans" cxnId="{9C0A3CDF-E913-41EA-BDA7-0CF169784543}">
      <dgm:prSet/>
      <dgm:spPr/>
      <dgm:t>
        <a:bodyPr/>
        <a:lstStyle/>
        <a:p>
          <a:endParaRPr lang="en-IN"/>
        </a:p>
      </dgm:t>
    </dgm:pt>
    <dgm:pt modelId="{CB6D945E-4B1C-443B-81D3-F9198B123C71}" type="sibTrans" cxnId="{9C0A3CDF-E913-41EA-BDA7-0CF169784543}">
      <dgm:prSet/>
      <dgm:spPr/>
      <dgm:t>
        <a:bodyPr/>
        <a:lstStyle/>
        <a:p>
          <a:endParaRPr lang="en-IN"/>
        </a:p>
      </dgm:t>
    </dgm:pt>
    <dgm:pt modelId="{5916CA7E-67C9-4469-8BCE-A4112B2030D4}">
      <dgm:prSet phldrT="[Text]" phldr="0" custT="1"/>
      <dgm:spPr/>
      <dgm:t>
        <a:bodyPr/>
        <a:lstStyle/>
        <a:p>
          <a:r>
            <a:rPr lang="en-US" sz="3200" dirty="0"/>
            <a:t>Deploy</a:t>
          </a:r>
          <a:endParaRPr lang="en-IN" sz="3200" dirty="0"/>
        </a:p>
      </dgm:t>
    </dgm:pt>
    <dgm:pt modelId="{4376297A-BE67-4B44-8F73-F0BA507F307D}" type="parTrans" cxnId="{B4908286-7505-4E97-82BA-0606ECF5335C}">
      <dgm:prSet/>
      <dgm:spPr/>
      <dgm:t>
        <a:bodyPr/>
        <a:lstStyle/>
        <a:p>
          <a:endParaRPr lang="en-IN"/>
        </a:p>
      </dgm:t>
    </dgm:pt>
    <dgm:pt modelId="{E01A8038-FD74-4349-BB57-DB5C18C8042F}" type="sibTrans" cxnId="{B4908286-7505-4E97-82BA-0606ECF5335C}">
      <dgm:prSet/>
      <dgm:spPr/>
      <dgm:t>
        <a:bodyPr/>
        <a:lstStyle/>
        <a:p>
          <a:endParaRPr lang="en-IN"/>
        </a:p>
      </dgm:t>
    </dgm:pt>
    <dgm:pt modelId="{369CA9E4-EF95-4030-8288-E2731D209B8D}">
      <dgm:prSet phldrT="[Text]" phldr="0" custT="1"/>
      <dgm:spPr/>
      <dgm:t>
        <a:bodyPr/>
        <a:lstStyle/>
        <a:p>
          <a:r>
            <a:rPr lang="en-US" sz="3200" dirty="0"/>
            <a:t>Monitor</a:t>
          </a:r>
          <a:endParaRPr lang="en-IN" sz="3200" dirty="0"/>
        </a:p>
      </dgm:t>
    </dgm:pt>
    <dgm:pt modelId="{938D59A7-90B1-42CD-855A-C5730DAC0492}" type="parTrans" cxnId="{E846AA1F-133A-46CE-813E-2FBA8AD1948F}">
      <dgm:prSet/>
      <dgm:spPr/>
      <dgm:t>
        <a:bodyPr/>
        <a:lstStyle/>
        <a:p>
          <a:endParaRPr lang="en-IN"/>
        </a:p>
      </dgm:t>
    </dgm:pt>
    <dgm:pt modelId="{1207700D-D388-4BB9-9E6A-6D2BDB68CABE}" type="sibTrans" cxnId="{E846AA1F-133A-46CE-813E-2FBA8AD1948F}">
      <dgm:prSet/>
      <dgm:spPr/>
      <dgm:t>
        <a:bodyPr/>
        <a:lstStyle/>
        <a:p>
          <a:endParaRPr lang="en-IN"/>
        </a:p>
      </dgm:t>
    </dgm:pt>
    <dgm:pt modelId="{5297EE99-ECD8-4E12-93A4-F078D34CDAC5}">
      <dgm:prSet phldrT="[Text]" phldr="0" custT="1"/>
      <dgm:spPr/>
      <dgm:t>
        <a:bodyPr/>
        <a:lstStyle/>
        <a:p>
          <a:r>
            <a:rPr lang="en-US" sz="3200" dirty="0"/>
            <a:t>Feedback</a:t>
          </a:r>
          <a:endParaRPr lang="en-IN" sz="3200" dirty="0"/>
        </a:p>
      </dgm:t>
    </dgm:pt>
    <dgm:pt modelId="{B1068583-F95A-4E5D-AF22-69EC16960750}" type="parTrans" cxnId="{2C9D61F4-23E7-49BB-AD95-0C0501CB2F9F}">
      <dgm:prSet/>
      <dgm:spPr/>
      <dgm:t>
        <a:bodyPr/>
        <a:lstStyle/>
        <a:p>
          <a:endParaRPr lang="en-IN"/>
        </a:p>
      </dgm:t>
    </dgm:pt>
    <dgm:pt modelId="{BF0F4C7F-B4F6-44A9-B4CF-E74E5F62B4F5}" type="sibTrans" cxnId="{2C9D61F4-23E7-49BB-AD95-0C0501CB2F9F}">
      <dgm:prSet/>
      <dgm:spPr/>
      <dgm:t>
        <a:bodyPr/>
        <a:lstStyle/>
        <a:p>
          <a:endParaRPr lang="en-IN"/>
        </a:p>
      </dgm:t>
    </dgm:pt>
    <dgm:pt modelId="{429D35F7-7920-484B-8CD6-7E9BDF3F775F}">
      <dgm:prSet phldrT="[Text]" phldr="0" custT="1"/>
      <dgm:spPr/>
      <dgm:t>
        <a:bodyPr/>
        <a:lstStyle/>
        <a:p>
          <a:r>
            <a:rPr lang="en-US" sz="3200" dirty="0"/>
            <a:t>Plan</a:t>
          </a:r>
          <a:endParaRPr lang="en-IN" sz="3200" dirty="0"/>
        </a:p>
      </dgm:t>
    </dgm:pt>
    <dgm:pt modelId="{3934F8F4-BF3C-4C0E-9943-A8C9A3B8ED2D}" type="parTrans" cxnId="{B5AD5C72-353F-47C5-BC21-D939383911C9}">
      <dgm:prSet/>
      <dgm:spPr/>
      <dgm:t>
        <a:bodyPr/>
        <a:lstStyle/>
        <a:p>
          <a:endParaRPr lang="en-IN"/>
        </a:p>
      </dgm:t>
    </dgm:pt>
    <dgm:pt modelId="{082ABA45-FFDC-4FA9-8168-43416226AC03}" type="sibTrans" cxnId="{B5AD5C72-353F-47C5-BC21-D939383911C9}">
      <dgm:prSet/>
      <dgm:spPr/>
      <dgm:t>
        <a:bodyPr/>
        <a:lstStyle/>
        <a:p>
          <a:endParaRPr lang="en-IN"/>
        </a:p>
      </dgm:t>
    </dgm:pt>
    <dgm:pt modelId="{665D1971-3C9E-4C40-8212-719FC95534D5}" type="pres">
      <dgm:prSet presAssocID="{AF2594F7-CDDA-4BCC-876E-D6C12596D7F2}" presName="cycle" presStyleCnt="0">
        <dgm:presLayoutVars>
          <dgm:dir/>
          <dgm:resizeHandles val="exact"/>
        </dgm:presLayoutVars>
      </dgm:prSet>
      <dgm:spPr/>
    </dgm:pt>
    <dgm:pt modelId="{B9C4C6A9-3821-445F-A774-40898EE6AAB5}" type="pres">
      <dgm:prSet presAssocID="{0B1FA84D-A19B-498A-A962-CD10457FA2DD}" presName="node" presStyleLbl="node1" presStyleIdx="0" presStyleCnt="6">
        <dgm:presLayoutVars>
          <dgm:bulletEnabled val="1"/>
        </dgm:presLayoutVars>
      </dgm:prSet>
      <dgm:spPr/>
    </dgm:pt>
    <dgm:pt modelId="{6F4F4BAC-F22F-4153-8CDE-756A4A5CAF9C}" type="pres">
      <dgm:prSet presAssocID="{184F8A8B-D68F-4805-9462-92CBBBBC81C8}" presName="sibTrans" presStyleLbl="sibTrans2D1" presStyleIdx="0" presStyleCnt="6"/>
      <dgm:spPr/>
    </dgm:pt>
    <dgm:pt modelId="{988A3200-C647-4EAB-85C2-289643ACF263}" type="pres">
      <dgm:prSet presAssocID="{184F8A8B-D68F-4805-9462-92CBBBBC81C8}" presName="connectorText" presStyleLbl="sibTrans2D1" presStyleIdx="0" presStyleCnt="6"/>
      <dgm:spPr/>
    </dgm:pt>
    <dgm:pt modelId="{ECF28323-07F9-4DB2-88C9-095D33062557}" type="pres">
      <dgm:prSet presAssocID="{ED58DB48-8200-4945-A01B-3A8292D8472A}" presName="node" presStyleLbl="node1" presStyleIdx="1" presStyleCnt="6">
        <dgm:presLayoutVars>
          <dgm:bulletEnabled val="1"/>
        </dgm:presLayoutVars>
      </dgm:prSet>
      <dgm:spPr/>
    </dgm:pt>
    <dgm:pt modelId="{DDF5AAAA-135B-4092-93A8-8591F4B81849}" type="pres">
      <dgm:prSet presAssocID="{CB6D945E-4B1C-443B-81D3-F9198B123C71}" presName="sibTrans" presStyleLbl="sibTrans2D1" presStyleIdx="1" presStyleCnt="6"/>
      <dgm:spPr/>
    </dgm:pt>
    <dgm:pt modelId="{FFBD030E-A704-4DB7-9AF4-B93F7D9A7B5E}" type="pres">
      <dgm:prSet presAssocID="{CB6D945E-4B1C-443B-81D3-F9198B123C71}" presName="connectorText" presStyleLbl="sibTrans2D1" presStyleIdx="1" presStyleCnt="6"/>
      <dgm:spPr/>
    </dgm:pt>
    <dgm:pt modelId="{F6C0FA36-3466-4825-81C5-7093B0D58ABB}" type="pres">
      <dgm:prSet presAssocID="{5916CA7E-67C9-4469-8BCE-A4112B2030D4}" presName="node" presStyleLbl="node1" presStyleIdx="2" presStyleCnt="6" custScaleX="137081" custScaleY="117509">
        <dgm:presLayoutVars>
          <dgm:bulletEnabled val="1"/>
        </dgm:presLayoutVars>
      </dgm:prSet>
      <dgm:spPr/>
    </dgm:pt>
    <dgm:pt modelId="{C7AEB654-8AA4-412A-835F-C0E406C0C7C8}" type="pres">
      <dgm:prSet presAssocID="{E01A8038-FD74-4349-BB57-DB5C18C8042F}" presName="sibTrans" presStyleLbl="sibTrans2D1" presStyleIdx="2" presStyleCnt="6"/>
      <dgm:spPr/>
    </dgm:pt>
    <dgm:pt modelId="{27A8CB3A-F548-4080-B380-4F15D0434BAE}" type="pres">
      <dgm:prSet presAssocID="{E01A8038-FD74-4349-BB57-DB5C18C8042F}" presName="connectorText" presStyleLbl="sibTrans2D1" presStyleIdx="2" presStyleCnt="6"/>
      <dgm:spPr/>
    </dgm:pt>
    <dgm:pt modelId="{0CD15A8D-C217-4479-98AE-A0C40FB19A61}" type="pres">
      <dgm:prSet presAssocID="{369CA9E4-EF95-4030-8288-E2731D209B8D}" presName="node" presStyleLbl="node1" presStyleIdx="3" presStyleCnt="6" custScaleX="135847" custScaleY="107378">
        <dgm:presLayoutVars>
          <dgm:bulletEnabled val="1"/>
        </dgm:presLayoutVars>
      </dgm:prSet>
      <dgm:spPr/>
    </dgm:pt>
    <dgm:pt modelId="{C6D43328-1D99-468B-A8AC-AD990E85BCCB}" type="pres">
      <dgm:prSet presAssocID="{1207700D-D388-4BB9-9E6A-6D2BDB68CABE}" presName="sibTrans" presStyleLbl="sibTrans2D1" presStyleIdx="3" presStyleCnt="6"/>
      <dgm:spPr/>
    </dgm:pt>
    <dgm:pt modelId="{5463A82F-9815-427D-A016-FF7C1E6D56BC}" type="pres">
      <dgm:prSet presAssocID="{1207700D-D388-4BB9-9E6A-6D2BDB68CABE}" presName="connectorText" presStyleLbl="sibTrans2D1" presStyleIdx="3" presStyleCnt="6"/>
      <dgm:spPr/>
    </dgm:pt>
    <dgm:pt modelId="{9D7D0BF6-DC89-4DE8-B653-34F17DE09387}" type="pres">
      <dgm:prSet presAssocID="{5297EE99-ECD8-4E12-93A4-F078D34CDAC5}" presName="node" presStyleLbl="node1" presStyleIdx="4" presStyleCnt="6">
        <dgm:presLayoutVars>
          <dgm:bulletEnabled val="1"/>
        </dgm:presLayoutVars>
      </dgm:prSet>
      <dgm:spPr/>
    </dgm:pt>
    <dgm:pt modelId="{9256A45F-B2E7-4A06-85F6-B922F4F5020C}" type="pres">
      <dgm:prSet presAssocID="{BF0F4C7F-B4F6-44A9-B4CF-E74E5F62B4F5}" presName="sibTrans" presStyleLbl="sibTrans2D1" presStyleIdx="4" presStyleCnt="6"/>
      <dgm:spPr/>
    </dgm:pt>
    <dgm:pt modelId="{AB9A5A6D-7E6E-40B9-A69C-D0CDDC4F3E52}" type="pres">
      <dgm:prSet presAssocID="{BF0F4C7F-B4F6-44A9-B4CF-E74E5F62B4F5}" presName="connectorText" presStyleLbl="sibTrans2D1" presStyleIdx="4" presStyleCnt="6"/>
      <dgm:spPr/>
    </dgm:pt>
    <dgm:pt modelId="{045197D4-41D7-4942-B76D-345DDFC859F3}" type="pres">
      <dgm:prSet presAssocID="{429D35F7-7920-484B-8CD6-7E9BDF3F775F}" presName="node" presStyleLbl="node1" presStyleIdx="5" presStyleCnt="6">
        <dgm:presLayoutVars>
          <dgm:bulletEnabled val="1"/>
        </dgm:presLayoutVars>
      </dgm:prSet>
      <dgm:spPr/>
    </dgm:pt>
    <dgm:pt modelId="{4872CE6E-60D7-4D6B-9ECD-89A616061FAA}" type="pres">
      <dgm:prSet presAssocID="{082ABA45-FFDC-4FA9-8168-43416226AC03}" presName="sibTrans" presStyleLbl="sibTrans2D1" presStyleIdx="5" presStyleCnt="6"/>
      <dgm:spPr/>
    </dgm:pt>
    <dgm:pt modelId="{B197FB47-AA5F-42F6-81D7-735AC23E732E}" type="pres">
      <dgm:prSet presAssocID="{082ABA45-FFDC-4FA9-8168-43416226AC03}" presName="connectorText" presStyleLbl="sibTrans2D1" presStyleIdx="5" presStyleCnt="6"/>
      <dgm:spPr/>
    </dgm:pt>
  </dgm:ptLst>
  <dgm:cxnLst>
    <dgm:cxn modelId="{E5E75701-F626-4B98-B651-E22836FE62E2}" type="presOf" srcId="{082ABA45-FFDC-4FA9-8168-43416226AC03}" destId="{4872CE6E-60D7-4D6B-9ECD-89A616061FAA}" srcOrd="0" destOrd="0" presId="urn:microsoft.com/office/officeart/2005/8/layout/cycle2"/>
    <dgm:cxn modelId="{37DBE505-1BCD-4C44-AFEC-E537F7BD3BCF}" type="presOf" srcId="{BF0F4C7F-B4F6-44A9-B4CF-E74E5F62B4F5}" destId="{AB9A5A6D-7E6E-40B9-A69C-D0CDDC4F3E52}" srcOrd="1" destOrd="0" presId="urn:microsoft.com/office/officeart/2005/8/layout/cycle2"/>
    <dgm:cxn modelId="{E846AA1F-133A-46CE-813E-2FBA8AD1948F}" srcId="{AF2594F7-CDDA-4BCC-876E-D6C12596D7F2}" destId="{369CA9E4-EF95-4030-8288-E2731D209B8D}" srcOrd="3" destOrd="0" parTransId="{938D59A7-90B1-42CD-855A-C5730DAC0492}" sibTransId="{1207700D-D388-4BB9-9E6A-6D2BDB68CABE}"/>
    <dgm:cxn modelId="{948A4828-05F5-4668-AB47-7D90867D33E2}" type="presOf" srcId="{184F8A8B-D68F-4805-9462-92CBBBBC81C8}" destId="{988A3200-C647-4EAB-85C2-289643ACF263}" srcOrd="1" destOrd="0" presId="urn:microsoft.com/office/officeart/2005/8/layout/cycle2"/>
    <dgm:cxn modelId="{AA3AFB2D-BE03-4770-9CCB-ADDE46D94CAE}" type="presOf" srcId="{184F8A8B-D68F-4805-9462-92CBBBBC81C8}" destId="{6F4F4BAC-F22F-4153-8CDE-756A4A5CAF9C}" srcOrd="0" destOrd="0" presId="urn:microsoft.com/office/officeart/2005/8/layout/cycle2"/>
    <dgm:cxn modelId="{34EAA532-25DD-440B-B7F3-7F0F1B76599F}" type="presOf" srcId="{BF0F4C7F-B4F6-44A9-B4CF-E74E5F62B4F5}" destId="{9256A45F-B2E7-4A06-85F6-B922F4F5020C}" srcOrd="0" destOrd="0" presId="urn:microsoft.com/office/officeart/2005/8/layout/cycle2"/>
    <dgm:cxn modelId="{2292F334-0DAB-463C-9219-50BEB9CD061B}" type="presOf" srcId="{429D35F7-7920-484B-8CD6-7E9BDF3F775F}" destId="{045197D4-41D7-4942-B76D-345DDFC859F3}" srcOrd="0" destOrd="0" presId="urn:microsoft.com/office/officeart/2005/8/layout/cycle2"/>
    <dgm:cxn modelId="{0E442A37-75A3-48C8-A607-809F593CA6D4}" type="presOf" srcId="{ED58DB48-8200-4945-A01B-3A8292D8472A}" destId="{ECF28323-07F9-4DB2-88C9-095D33062557}" srcOrd="0" destOrd="0" presId="urn:microsoft.com/office/officeart/2005/8/layout/cycle2"/>
    <dgm:cxn modelId="{05F3363B-D4E3-499A-870D-DA19CDB64D1A}" type="presOf" srcId="{E01A8038-FD74-4349-BB57-DB5C18C8042F}" destId="{27A8CB3A-F548-4080-B380-4F15D0434BAE}" srcOrd="1" destOrd="0" presId="urn:microsoft.com/office/officeart/2005/8/layout/cycle2"/>
    <dgm:cxn modelId="{9872E25D-1551-45F7-8154-C31B45B838AE}" type="presOf" srcId="{AF2594F7-CDDA-4BCC-876E-D6C12596D7F2}" destId="{665D1971-3C9E-4C40-8212-719FC95534D5}" srcOrd="0" destOrd="0" presId="urn:microsoft.com/office/officeart/2005/8/layout/cycle2"/>
    <dgm:cxn modelId="{07C7225E-5250-499E-942E-1A68B1E1433A}" type="presOf" srcId="{CB6D945E-4B1C-443B-81D3-F9198B123C71}" destId="{FFBD030E-A704-4DB7-9AF4-B93F7D9A7B5E}" srcOrd="1" destOrd="0" presId="urn:microsoft.com/office/officeart/2005/8/layout/cycle2"/>
    <dgm:cxn modelId="{EC46A866-651B-490E-A1CC-5FDAF9F2B13B}" type="presOf" srcId="{1207700D-D388-4BB9-9E6A-6D2BDB68CABE}" destId="{C6D43328-1D99-468B-A8AC-AD990E85BCCB}" srcOrd="0" destOrd="0" presId="urn:microsoft.com/office/officeart/2005/8/layout/cycle2"/>
    <dgm:cxn modelId="{6DDB016E-1E22-485C-B4F8-8E784FDF66BA}" type="presOf" srcId="{5297EE99-ECD8-4E12-93A4-F078D34CDAC5}" destId="{9D7D0BF6-DC89-4DE8-B653-34F17DE09387}" srcOrd="0" destOrd="0" presId="urn:microsoft.com/office/officeart/2005/8/layout/cycle2"/>
    <dgm:cxn modelId="{B5AD5C72-353F-47C5-BC21-D939383911C9}" srcId="{AF2594F7-CDDA-4BCC-876E-D6C12596D7F2}" destId="{429D35F7-7920-484B-8CD6-7E9BDF3F775F}" srcOrd="5" destOrd="0" parTransId="{3934F8F4-BF3C-4C0E-9943-A8C9A3B8ED2D}" sibTransId="{082ABA45-FFDC-4FA9-8168-43416226AC03}"/>
    <dgm:cxn modelId="{B4908286-7505-4E97-82BA-0606ECF5335C}" srcId="{AF2594F7-CDDA-4BCC-876E-D6C12596D7F2}" destId="{5916CA7E-67C9-4469-8BCE-A4112B2030D4}" srcOrd="2" destOrd="0" parTransId="{4376297A-BE67-4B44-8F73-F0BA507F307D}" sibTransId="{E01A8038-FD74-4349-BB57-DB5C18C8042F}"/>
    <dgm:cxn modelId="{C8FF3F95-96FF-4751-988D-DAE430ADC0F1}" type="presOf" srcId="{369CA9E4-EF95-4030-8288-E2731D209B8D}" destId="{0CD15A8D-C217-4479-98AE-A0C40FB19A61}" srcOrd="0" destOrd="0" presId="urn:microsoft.com/office/officeart/2005/8/layout/cycle2"/>
    <dgm:cxn modelId="{CEAC1A99-409C-4166-B347-4E740198C015}" type="presOf" srcId="{CB6D945E-4B1C-443B-81D3-F9198B123C71}" destId="{DDF5AAAA-135B-4092-93A8-8591F4B81849}" srcOrd="0" destOrd="0" presId="urn:microsoft.com/office/officeart/2005/8/layout/cycle2"/>
    <dgm:cxn modelId="{73CE4DA2-0015-487E-9D94-740AF443D816}" type="presOf" srcId="{0B1FA84D-A19B-498A-A962-CD10457FA2DD}" destId="{B9C4C6A9-3821-445F-A774-40898EE6AAB5}" srcOrd="0" destOrd="0" presId="urn:microsoft.com/office/officeart/2005/8/layout/cycle2"/>
    <dgm:cxn modelId="{E389B1CB-BB49-4C4E-862E-4F899176D188}" type="presOf" srcId="{5916CA7E-67C9-4469-8BCE-A4112B2030D4}" destId="{F6C0FA36-3466-4825-81C5-7093B0D58ABB}" srcOrd="0" destOrd="0" presId="urn:microsoft.com/office/officeart/2005/8/layout/cycle2"/>
    <dgm:cxn modelId="{8B0825D0-05E7-4344-9ACF-B23A0E9B9AF0}" type="presOf" srcId="{1207700D-D388-4BB9-9E6A-6D2BDB68CABE}" destId="{5463A82F-9815-427D-A016-FF7C1E6D56BC}" srcOrd="1" destOrd="0" presId="urn:microsoft.com/office/officeart/2005/8/layout/cycle2"/>
    <dgm:cxn modelId="{7E672FD5-740F-4CA3-9B7F-7C80E8C7A303}" srcId="{AF2594F7-CDDA-4BCC-876E-D6C12596D7F2}" destId="{0B1FA84D-A19B-498A-A962-CD10457FA2DD}" srcOrd="0" destOrd="0" parTransId="{4A9EF913-AD90-401C-A698-161F83B233B7}" sibTransId="{184F8A8B-D68F-4805-9462-92CBBBBC81C8}"/>
    <dgm:cxn modelId="{912B1CDA-E392-446C-AE64-1F32A1B72095}" type="presOf" srcId="{082ABA45-FFDC-4FA9-8168-43416226AC03}" destId="{B197FB47-AA5F-42F6-81D7-735AC23E732E}" srcOrd="1" destOrd="0" presId="urn:microsoft.com/office/officeart/2005/8/layout/cycle2"/>
    <dgm:cxn modelId="{9C0A3CDF-E913-41EA-BDA7-0CF169784543}" srcId="{AF2594F7-CDDA-4BCC-876E-D6C12596D7F2}" destId="{ED58DB48-8200-4945-A01B-3A8292D8472A}" srcOrd="1" destOrd="0" parTransId="{AD7E267A-CB90-438D-988B-B4F353326662}" sibTransId="{CB6D945E-4B1C-443B-81D3-F9198B123C71}"/>
    <dgm:cxn modelId="{A35A99E2-788E-45D8-A2DB-2CB86E9BD397}" type="presOf" srcId="{E01A8038-FD74-4349-BB57-DB5C18C8042F}" destId="{C7AEB654-8AA4-412A-835F-C0E406C0C7C8}" srcOrd="0" destOrd="0" presId="urn:microsoft.com/office/officeart/2005/8/layout/cycle2"/>
    <dgm:cxn modelId="{2C9D61F4-23E7-49BB-AD95-0C0501CB2F9F}" srcId="{AF2594F7-CDDA-4BCC-876E-D6C12596D7F2}" destId="{5297EE99-ECD8-4E12-93A4-F078D34CDAC5}" srcOrd="4" destOrd="0" parTransId="{B1068583-F95A-4E5D-AF22-69EC16960750}" sibTransId="{BF0F4C7F-B4F6-44A9-B4CF-E74E5F62B4F5}"/>
    <dgm:cxn modelId="{52FB22E2-BB69-4685-A2D6-FAFCEFE9A3BA}" type="presParOf" srcId="{665D1971-3C9E-4C40-8212-719FC95534D5}" destId="{B9C4C6A9-3821-445F-A774-40898EE6AAB5}" srcOrd="0" destOrd="0" presId="urn:microsoft.com/office/officeart/2005/8/layout/cycle2"/>
    <dgm:cxn modelId="{07A02BD5-FD41-46C9-819F-CA0E4733AD57}" type="presParOf" srcId="{665D1971-3C9E-4C40-8212-719FC95534D5}" destId="{6F4F4BAC-F22F-4153-8CDE-756A4A5CAF9C}" srcOrd="1" destOrd="0" presId="urn:microsoft.com/office/officeart/2005/8/layout/cycle2"/>
    <dgm:cxn modelId="{D39A5051-584F-4FA5-9FD1-69388F3C543C}" type="presParOf" srcId="{6F4F4BAC-F22F-4153-8CDE-756A4A5CAF9C}" destId="{988A3200-C647-4EAB-85C2-289643ACF263}" srcOrd="0" destOrd="0" presId="urn:microsoft.com/office/officeart/2005/8/layout/cycle2"/>
    <dgm:cxn modelId="{F1467365-0A7B-49FA-B69D-7A353B5D9677}" type="presParOf" srcId="{665D1971-3C9E-4C40-8212-719FC95534D5}" destId="{ECF28323-07F9-4DB2-88C9-095D33062557}" srcOrd="2" destOrd="0" presId="urn:microsoft.com/office/officeart/2005/8/layout/cycle2"/>
    <dgm:cxn modelId="{8A7E504E-C90E-4418-B1F6-A89001814D1A}" type="presParOf" srcId="{665D1971-3C9E-4C40-8212-719FC95534D5}" destId="{DDF5AAAA-135B-4092-93A8-8591F4B81849}" srcOrd="3" destOrd="0" presId="urn:microsoft.com/office/officeart/2005/8/layout/cycle2"/>
    <dgm:cxn modelId="{49DF6B8B-A87F-4116-B3C5-355E7875CF7D}" type="presParOf" srcId="{DDF5AAAA-135B-4092-93A8-8591F4B81849}" destId="{FFBD030E-A704-4DB7-9AF4-B93F7D9A7B5E}" srcOrd="0" destOrd="0" presId="urn:microsoft.com/office/officeart/2005/8/layout/cycle2"/>
    <dgm:cxn modelId="{18C09887-1251-48E8-86F5-527CA91406FC}" type="presParOf" srcId="{665D1971-3C9E-4C40-8212-719FC95534D5}" destId="{F6C0FA36-3466-4825-81C5-7093B0D58ABB}" srcOrd="4" destOrd="0" presId="urn:microsoft.com/office/officeart/2005/8/layout/cycle2"/>
    <dgm:cxn modelId="{A7B5030F-9D72-4B49-ADD8-0A38A6961708}" type="presParOf" srcId="{665D1971-3C9E-4C40-8212-719FC95534D5}" destId="{C7AEB654-8AA4-412A-835F-C0E406C0C7C8}" srcOrd="5" destOrd="0" presId="urn:microsoft.com/office/officeart/2005/8/layout/cycle2"/>
    <dgm:cxn modelId="{0B9EA47F-5C7C-46C5-A169-1E4E50A46C1B}" type="presParOf" srcId="{C7AEB654-8AA4-412A-835F-C0E406C0C7C8}" destId="{27A8CB3A-F548-4080-B380-4F15D0434BAE}" srcOrd="0" destOrd="0" presId="urn:microsoft.com/office/officeart/2005/8/layout/cycle2"/>
    <dgm:cxn modelId="{D4FDD860-5E44-4750-BCFD-7910C02B0330}" type="presParOf" srcId="{665D1971-3C9E-4C40-8212-719FC95534D5}" destId="{0CD15A8D-C217-4479-98AE-A0C40FB19A61}" srcOrd="6" destOrd="0" presId="urn:microsoft.com/office/officeart/2005/8/layout/cycle2"/>
    <dgm:cxn modelId="{9AEC6A09-BEFF-4698-ABFB-BD84B2C2B11B}" type="presParOf" srcId="{665D1971-3C9E-4C40-8212-719FC95534D5}" destId="{C6D43328-1D99-468B-A8AC-AD990E85BCCB}" srcOrd="7" destOrd="0" presId="urn:microsoft.com/office/officeart/2005/8/layout/cycle2"/>
    <dgm:cxn modelId="{1DDF4FEC-F1A6-4913-8BD0-47A81499AAB2}" type="presParOf" srcId="{C6D43328-1D99-468B-A8AC-AD990E85BCCB}" destId="{5463A82F-9815-427D-A016-FF7C1E6D56BC}" srcOrd="0" destOrd="0" presId="urn:microsoft.com/office/officeart/2005/8/layout/cycle2"/>
    <dgm:cxn modelId="{6D9E270C-2EF7-4386-B186-A0F17CCF8E71}" type="presParOf" srcId="{665D1971-3C9E-4C40-8212-719FC95534D5}" destId="{9D7D0BF6-DC89-4DE8-B653-34F17DE09387}" srcOrd="8" destOrd="0" presId="urn:microsoft.com/office/officeart/2005/8/layout/cycle2"/>
    <dgm:cxn modelId="{6A6EAF49-9B92-4EA0-B666-B63DE4E2F311}" type="presParOf" srcId="{665D1971-3C9E-4C40-8212-719FC95534D5}" destId="{9256A45F-B2E7-4A06-85F6-B922F4F5020C}" srcOrd="9" destOrd="0" presId="urn:microsoft.com/office/officeart/2005/8/layout/cycle2"/>
    <dgm:cxn modelId="{F8DF86FB-B4C7-42EA-8629-5C179CA0D7D4}" type="presParOf" srcId="{9256A45F-B2E7-4A06-85F6-B922F4F5020C}" destId="{AB9A5A6D-7E6E-40B9-A69C-D0CDDC4F3E52}" srcOrd="0" destOrd="0" presId="urn:microsoft.com/office/officeart/2005/8/layout/cycle2"/>
    <dgm:cxn modelId="{1752CC42-C0E8-4F2F-AC85-7522B9CBF964}" type="presParOf" srcId="{665D1971-3C9E-4C40-8212-719FC95534D5}" destId="{045197D4-41D7-4942-B76D-345DDFC859F3}" srcOrd="10" destOrd="0" presId="urn:microsoft.com/office/officeart/2005/8/layout/cycle2"/>
    <dgm:cxn modelId="{A05A4318-6B27-4343-A46E-4656D1973612}" type="presParOf" srcId="{665D1971-3C9E-4C40-8212-719FC95534D5}" destId="{4872CE6E-60D7-4D6B-9ECD-89A616061FAA}" srcOrd="11" destOrd="0" presId="urn:microsoft.com/office/officeart/2005/8/layout/cycle2"/>
    <dgm:cxn modelId="{B5EF6665-EE22-45B8-BF50-FBA8CD9D2432}" type="presParOf" srcId="{4872CE6E-60D7-4D6B-9ECD-89A616061FAA}" destId="{B197FB47-AA5F-42F6-81D7-735AC23E732E}"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6CAB4C-3B00-49D4-8EAA-9C050911AE4E}"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IN"/>
        </a:p>
      </dgm:t>
    </dgm:pt>
    <dgm:pt modelId="{88A84F50-A7EB-4FE9-9204-DF21AFD9D27D}">
      <dgm:prSet phldrT="[Text]" phldr="0"/>
      <dgm:spPr/>
      <dgm:t>
        <a:bodyPr/>
        <a:lstStyle/>
        <a:p>
          <a:r>
            <a:rPr lang="en-US" dirty="0"/>
            <a:t>Collect Data</a:t>
          </a:r>
          <a:endParaRPr lang="en-IN" dirty="0"/>
        </a:p>
      </dgm:t>
    </dgm:pt>
    <dgm:pt modelId="{F28FB7CD-8DE6-4802-8785-7DB25399DA33}" type="parTrans" cxnId="{5197CE6F-3D62-405A-BE57-C46BFF3D6777}">
      <dgm:prSet/>
      <dgm:spPr/>
      <dgm:t>
        <a:bodyPr/>
        <a:lstStyle/>
        <a:p>
          <a:endParaRPr lang="en-IN"/>
        </a:p>
      </dgm:t>
    </dgm:pt>
    <dgm:pt modelId="{E7587E47-BC5D-455E-B947-B7E7457F6AEA}" type="sibTrans" cxnId="{5197CE6F-3D62-405A-BE57-C46BFF3D6777}">
      <dgm:prSet/>
      <dgm:spPr/>
      <dgm:t>
        <a:bodyPr/>
        <a:lstStyle/>
        <a:p>
          <a:endParaRPr lang="en-IN"/>
        </a:p>
      </dgm:t>
    </dgm:pt>
    <dgm:pt modelId="{D8D8C8BA-7211-4CD1-AB1A-EADDE57CBC12}">
      <dgm:prSet phldrT="[Text]" phldr="0"/>
      <dgm:spPr/>
      <dgm:t>
        <a:bodyPr/>
        <a:lstStyle/>
        <a:p>
          <a:r>
            <a:rPr lang="en-US" dirty="0"/>
            <a:t>Train Model</a:t>
          </a:r>
          <a:endParaRPr lang="en-IN" dirty="0"/>
        </a:p>
      </dgm:t>
    </dgm:pt>
    <dgm:pt modelId="{44F99D62-04FE-42A1-916F-92A0A3B522C8}" type="parTrans" cxnId="{C865103C-B892-4B6E-B856-4A99EAAF5577}">
      <dgm:prSet/>
      <dgm:spPr/>
      <dgm:t>
        <a:bodyPr/>
        <a:lstStyle/>
        <a:p>
          <a:endParaRPr lang="en-IN"/>
        </a:p>
      </dgm:t>
    </dgm:pt>
    <dgm:pt modelId="{0BA27C2F-4E19-4CFA-8318-6C1618B20221}" type="sibTrans" cxnId="{C865103C-B892-4B6E-B856-4A99EAAF5577}">
      <dgm:prSet/>
      <dgm:spPr/>
      <dgm:t>
        <a:bodyPr/>
        <a:lstStyle/>
        <a:p>
          <a:endParaRPr lang="en-IN"/>
        </a:p>
      </dgm:t>
    </dgm:pt>
    <dgm:pt modelId="{C9B24C4D-5184-4235-8102-3062C7A68AFC}">
      <dgm:prSet phldrT="[Text]" phldr="0"/>
      <dgm:spPr/>
      <dgm:t>
        <a:bodyPr/>
        <a:lstStyle/>
        <a:p>
          <a:r>
            <a:rPr lang="en-US" dirty="0"/>
            <a:t>Deploy</a:t>
          </a:r>
          <a:endParaRPr lang="en-IN" dirty="0"/>
        </a:p>
      </dgm:t>
    </dgm:pt>
    <dgm:pt modelId="{6690EB99-77FB-4FD4-BC5C-B798394625CD}" type="parTrans" cxnId="{C78158D0-403E-416B-9FEA-13AB8E369022}">
      <dgm:prSet/>
      <dgm:spPr/>
      <dgm:t>
        <a:bodyPr/>
        <a:lstStyle/>
        <a:p>
          <a:endParaRPr lang="en-IN"/>
        </a:p>
      </dgm:t>
    </dgm:pt>
    <dgm:pt modelId="{A07CFB8A-9183-451C-BD73-F54CAF24B0F5}" type="sibTrans" cxnId="{C78158D0-403E-416B-9FEA-13AB8E369022}">
      <dgm:prSet/>
      <dgm:spPr/>
      <dgm:t>
        <a:bodyPr/>
        <a:lstStyle/>
        <a:p>
          <a:endParaRPr lang="en-IN"/>
        </a:p>
      </dgm:t>
    </dgm:pt>
    <dgm:pt modelId="{57723050-4279-4EB0-B169-DF771FD7EC8C}" type="pres">
      <dgm:prSet presAssocID="{386CAB4C-3B00-49D4-8EAA-9C050911AE4E}" presName="Name0" presStyleCnt="0">
        <dgm:presLayoutVars>
          <dgm:dir/>
          <dgm:resizeHandles val="exact"/>
        </dgm:presLayoutVars>
      </dgm:prSet>
      <dgm:spPr/>
    </dgm:pt>
    <dgm:pt modelId="{58CA4312-9128-4951-AE4D-27FB9D8DA72D}" type="pres">
      <dgm:prSet presAssocID="{88A84F50-A7EB-4FE9-9204-DF21AFD9D27D}" presName="node" presStyleLbl="node1" presStyleIdx="0" presStyleCnt="3" custScaleX="186413" custScaleY="117908" custLinFactX="92554" custLinFactY="-38502" custLinFactNeighborX="100000" custLinFactNeighborY="-100000">
        <dgm:presLayoutVars>
          <dgm:bulletEnabled val="1"/>
        </dgm:presLayoutVars>
      </dgm:prSet>
      <dgm:spPr/>
    </dgm:pt>
    <dgm:pt modelId="{088681A7-BDAA-4BF7-8759-68F1D1314D5A}" type="pres">
      <dgm:prSet presAssocID="{E7587E47-BC5D-455E-B947-B7E7457F6AEA}" presName="sibTrans" presStyleLbl="sibTrans2D1" presStyleIdx="0" presStyleCnt="2"/>
      <dgm:spPr/>
    </dgm:pt>
    <dgm:pt modelId="{F2F762B3-F499-4F6B-AA72-4C9EC92548C9}" type="pres">
      <dgm:prSet presAssocID="{E7587E47-BC5D-455E-B947-B7E7457F6AEA}" presName="connectorText" presStyleLbl="sibTrans2D1" presStyleIdx="0" presStyleCnt="2"/>
      <dgm:spPr/>
    </dgm:pt>
    <dgm:pt modelId="{423D31EC-BCD6-44C4-AEC4-66D205EA8728}" type="pres">
      <dgm:prSet presAssocID="{D8D8C8BA-7211-4CD1-AB1A-EADDE57CBC12}" presName="node" presStyleLbl="node1" presStyleIdx="1" presStyleCnt="3" custScaleX="186413" custScaleY="117908" custLinFactX="-52556" custLinFactNeighborX="-100000" custLinFactNeighborY="55760">
        <dgm:presLayoutVars>
          <dgm:bulletEnabled val="1"/>
        </dgm:presLayoutVars>
      </dgm:prSet>
      <dgm:spPr/>
    </dgm:pt>
    <dgm:pt modelId="{439D3E9D-7E86-45DA-850F-8A5930997D55}" type="pres">
      <dgm:prSet presAssocID="{0BA27C2F-4E19-4CFA-8318-6C1618B20221}" presName="sibTrans" presStyleLbl="sibTrans2D1" presStyleIdx="1" presStyleCnt="2"/>
      <dgm:spPr/>
    </dgm:pt>
    <dgm:pt modelId="{3AEDF1C0-1336-4BE7-B2C5-BA68F1DF3041}" type="pres">
      <dgm:prSet presAssocID="{0BA27C2F-4E19-4CFA-8318-6C1618B20221}" presName="connectorText" presStyleLbl="sibTrans2D1" presStyleIdx="1" presStyleCnt="2"/>
      <dgm:spPr/>
    </dgm:pt>
    <dgm:pt modelId="{2BC46E0C-9FA7-4AFE-A4D7-75430BC801BC}" type="pres">
      <dgm:prSet presAssocID="{C9B24C4D-5184-4235-8102-3062C7A68AFC}" presName="node" presStyleLbl="node1" presStyleIdx="2" presStyleCnt="3" custScaleX="186413" custScaleY="117908" custLinFactX="-200000" custLinFactY="100000" custLinFactNeighborX="-295450" custLinFactNeighborY="161675">
        <dgm:presLayoutVars>
          <dgm:bulletEnabled val="1"/>
        </dgm:presLayoutVars>
      </dgm:prSet>
      <dgm:spPr/>
    </dgm:pt>
  </dgm:ptLst>
  <dgm:cxnLst>
    <dgm:cxn modelId="{F770273B-1BAE-4140-B030-2B7CFC7A3651}" type="presOf" srcId="{0BA27C2F-4E19-4CFA-8318-6C1618B20221}" destId="{439D3E9D-7E86-45DA-850F-8A5930997D55}" srcOrd="0" destOrd="0" presId="urn:microsoft.com/office/officeart/2005/8/layout/process1"/>
    <dgm:cxn modelId="{C865103C-B892-4B6E-B856-4A99EAAF5577}" srcId="{386CAB4C-3B00-49D4-8EAA-9C050911AE4E}" destId="{D8D8C8BA-7211-4CD1-AB1A-EADDE57CBC12}" srcOrd="1" destOrd="0" parTransId="{44F99D62-04FE-42A1-916F-92A0A3B522C8}" sibTransId="{0BA27C2F-4E19-4CFA-8318-6C1618B20221}"/>
    <dgm:cxn modelId="{7ED13D69-868B-4D64-B967-416C5EAD9284}" type="presOf" srcId="{0BA27C2F-4E19-4CFA-8318-6C1618B20221}" destId="{3AEDF1C0-1336-4BE7-B2C5-BA68F1DF3041}" srcOrd="1" destOrd="0" presId="urn:microsoft.com/office/officeart/2005/8/layout/process1"/>
    <dgm:cxn modelId="{5197CE6F-3D62-405A-BE57-C46BFF3D6777}" srcId="{386CAB4C-3B00-49D4-8EAA-9C050911AE4E}" destId="{88A84F50-A7EB-4FE9-9204-DF21AFD9D27D}" srcOrd="0" destOrd="0" parTransId="{F28FB7CD-8DE6-4802-8785-7DB25399DA33}" sibTransId="{E7587E47-BC5D-455E-B947-B7E7457F6AEA}"/>
    <dgm:cxn modelId="{3516ED70-442B-44D1-995A-746500E83E98}" type="presOf" srcId="{C9B24C4D-5184-4235-8102-3062C7A68AFC}" destId="{2BC46E0C-9FA7-4AFE-A4D7-75430BC801BC}" srcOrd="0" destOrd="0" presId="urn:microsoft.com/office/officeart/2005/8/layout/process1"/>
    <dgm:cxn modelId="{15263B93-042A-4D3A-9D77-50A1A02865BE}" type="presOf" srcId="{E7587E47-BC5D-455E-B947-B7E7457F6AEA}" destId="{F2F762B3-F499-4F6B-AA72-4C9EC92548C9}" srcOrd="1" destOrd="0" presId="urn:microsoft.com/office/officeart/2005/8/layout/process1"/>
    <dgm:cxn modelId="{8D17C39E-9F24-4798-AFE7-CE609DB418AA}" type="presOf" srcId="{E7587E47-BC5D-455E-B947-B7E7457F6AEA}" destId="{088681A7-BDAA-4BF7-8759-68F1D1314D5A}" srcOrd="0" destOrd="0" presId="urn:microsoft.com/office/officeart/2005/8/layout/process1"/>
    <dgm:cxn modelId="{621151A0-DD64-4649-9C1E-17A18C25FE59}" type="presOf" srcId="{88A84F50-A7EB-4FE9-9204-DF21AFD9D27D}" destId="{58CA4312-9128-4951-AE4D-27FB9D8DA72D}" srcOrd="0" destOrd="0" presId="urn:microsoft.com/office/officeart/2005/8/layout/process1"/>
    <dgm:cxn modelId="{5F15FFC1-A106-417E-B0FD-AA3778A70BDB}" type="presOf" srcId="{386CAB4C-3B00-49D4-8EAA-9C050911AE4E}" destId="{57723050-4279-4EB0-B169-DF771FD7EC8C}" srcOrd="0" destOrd="0" presId="urn:microsoft.com/office/officeart/2005/8/layout/process1"/>
    <dgm:cxn modelId="{C78158D0-403E-416B-9FEA-13AB8E369022}" srcId="{386CAB4C-3B00-49D4-8EAA-9C050911AE4E}" destId="{C9B24C4D-5184-4235-8102-3062C7A68AFC}" srcOrd="2" destOrd="0" parTransId="{6690EB99-77FB-4FD4-BC5C-B798394625CD}" sibTransId="{A07CFB8A-9183-451C-BD73-F54CAF24B0F5}"/>
    <dgm:cxn modelId="{F5DD7CDC-BA47-41AA-B584-DB4F3FF5975C}" type="presOf" srcId="{D8D8C8BA-7211-4CD1-AB1A-EADDE57CBC12}" destId="{423D31EC-BCD6-44C4-AEC4-66D205EA8728}" srcOrd="0" destOrd="0" presId="urn:microsoft.com/office/officeart/2005/8/layout/process1"/>
    <dgm:cxn modelId="{1EB50A56-151B-42A6-9795-10177A919D02}" type="presParOf" srcId="{57723050-4279-4EB0-B169-DF771FD7EC8C}" destId="{58CA4312-9128-4951-AE4D-27FB9D8DA72D}" srcOrd="0" destOrd="0" presId="urn:microsoft.com/office/officeart/2005/8/layout/process1"/>
    <dgm:cxn modelId="{C9D09001-D3B7-490A-A307-4F96D241612D}" type="presParOf" srcId="{57723050-4279-4EB0-B169-DF771FD7EC8C}" destId="{088681A7-BDAA-4BF7-8759-68F1D1314D5A}" srcOrd="1" destOrd="0" presId="urn:microsoft.com/office/officeart/2005/8/layout/process1"/>
    <dgm:cxn modelId="{BCCA602F-AA9B-4FB6-B616-6A84C99A40C8}" type="presParOf" srcId="{088681A7-BDAA-4BF7-8759-68F1D1314D5A}" destId="{F2F762B3-F499-4F6B-AA72-4C9EC92548C9}" srcOrd="0" destOrd="0" presId="urn:microsoft.com/office/officeart/2005/8/layout/process1"/>
    <dgm:cxn modelId="{F104B28A-DDB5-4912-B804-4435643458B1}" type="presParOf" srcId="{57723050-4279-4EB0-B169-DF771FD7EC8C}" destId="{423D31EC-BCD6-44C4-AEC4-66D205EA8728}" srcOrd="2" destOrd="0" presId="urn:microsoft.com/office/officeart/2005/8/layout/process1"/>
    <dgm:cxn modelId="{F2B71C23-46B4-4C31-9CB8-1BA0FD59D3D8}" type="presParOf" srcId="{57723050-4279-4EB0-B169-DF771FD7EC8C}" destId="{439D3E9D-7E86-45DA-850F-8A5930997D55}" srcOrd="3" destOrd="0" presId="urn:microsoft.com/office/officeart/2005/8/layout/process1"/>
    <dgm:cxn modelId="{BFB45E5C-E109-430F-B7E4-EE5CFF542457}" type="presParOf" srcId="{439D3E9D-7E86-45DA-850F-8A5930997D55}" destId="{3AEDF1C0-1336-4BE7-B2C5-BA68F1DF3041}" srcOrd="0" destOrd="0" presId="urn:microsoft.com/office/officeart/2005/8/layout/process1"/>
    <dgm:cxn modelId="{3A371245-F30C-4393-8A34-3E9593EB4AE2}" type="presParOf" srcId="{57723050-4279-4EB0-B169-DF771FD7EC8C}" destId="{2BC46E0C-9FA7-4AFE-A4D7-75430BC801BC}"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C4C6A9-3821-445F-A774-40898EE6AAB5}">
      <dsp:nvSpPr>
        <dsp:cNvPr id="0" name=""/>
        <dsp:cNvSpPr/>
      </dsp:nvSpPr>
      <dsp:spPr>
        <a:xfrm>
          <a:off x="4087210" y="-26498"/>
          <a:ext cx="1460748" cy="1460748"/>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Build</a:t>
          </a:r>
          <a:endParaRPr lang="en-IN" sz="3200" kern="1200" dirty="0"/>
        </a:p>
      </dsp:txBody>
      <dsp:txXfrm>
        <a:off x="4301132" y="187424"/>
        <a:ext cx="1032904" cy="1032904"/>
      </dsp:txXfrm>
    </dsp:sp>
    <dsp:sp modelId="{6F4F4BAC-F22F-4153-8CDE-756A4A5CAF9C}">
      <dsp:nvSpPr>
        <dsp:cNvPr id="0" name=""/>
        <dsp:cNvSpPr/>
      </dsp:nvSpPr>
      <dsp:spPr>
        <a:xfrm rot="1800000">
          <a:off x="5563619" y="1000127"/>
          <a:ext cx="388082" cy="4930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IN" sz="2300" kern="1200"/>
        </a:p>
      </dsp:txBody>
      <dsp:txXfrm>
        <a:off x="5571418" y="1069621"/>
        <a:ext cx="271657" cy="295802"/>
      </dsp:txXfrm>
    </dsp:sp>
    <dsp:sp modelId="{ECF28323-07F9-4DB2-88C9-095D33062557}">
      <dsp:nvSpPr>
        <dsp:cNvPr id="0" name=""/>
        <dsp:cNvSpPr/>
      </dsp:nvSpPr>
      <dsp:spPr>
        <a:xfrm>
          <a:off x="5986387" y="1069991"/>
          <a:ext cx="1460748" cy="1460748"/>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Test</a:t>
          </a:r>
          <a:endParaRPr lang="en-IN" sz="3200" kern="1200" dirty="0"/>
        </a:p>
      </dsp:txBody>
      <dsp:txXfrm>
        <a:off x="6200309" y="1283913"/>
        <a:ext cx="1032904" cy="1032904"/>
      </dsp:txXfrm>
    </dsp:sp>
    <dsp:sp modelId="{DDF5AAAA-135B-4092-93A8-8591F4B81849}">
      <dsp:nvSpPr>
        <dsp:cNvPr id="0" name=""/>
        <dsp:cNvSpPr/>
      </dsp:nvSpPr>
      <dsp:spPr>
        <a:xfrm rot="5400000">
          <a:off x="6556608" y="2577347"/>
          <a:ext cx="320305" cy="4930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IN" sz="2300" kern="1200"/>
        </a:p>
      </dsp:txBody>
      <dsp:txXfrm>
        <a:off x="6604654" y="2627902"/>
        <a:ext cx="224214" cy="295802"/>
      </dsp:txXfrm>
    </dsp:sp>
    <dsp:sp modelId="{F6C0FA36-3466-4825-81C5-7093B0D58ABB}">
      <dsp:nvSpPr>
        <dsp:cNvPr id="0" name=""/>
        <dsp:cNvSpPr/>
      </dsp:nvSpPr>
      <dsp:spPr>
        <a:xfrm>
          <a:off x="5715557" y="3135089"/>
          <a:ext cx="2002408" cy="1716510"/>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Deploy</a:t>
          </a:r>
          <a:endParaRPr lang="en-IN" sz="3200" kern="1200" dirty="0"/>
        </a:p>
      </dsp:txBody>
      <dsp:txXfrm>
        <a:off x="6008803" y="3386466"/>
        <a:ext cx="1415916" cy="1213756"/>
      </dsp:txXfrm>
    </dsp:sp>
    <dsp:sp modelId="{C7AEB654-8AA4-412A-835F-C0E406C0C7C8}">
      <dsp:nvSpPr>
        <dsp:cNvPr id="0" name=""/>
        <dsp:cNvSpPr/>
      </dsp:nvSpPr>
      <dsp:spPr>
        <a:xfrm rot="9000000">
          <a:off x="5674720" y="4301200"/>
          <a:ext cx="163731" cy="4930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IN" sz="2300" kern="1200"/>
        </a:p>
      </dsp:txBody>
      <dsp:txXfrm rot="10800000">
        <a:off x="5720549" y="4387520"/>
        <a:ext cx="114612" cy="295802"/>
      </dsp:txXfrm>
    </dsp:sp>
    <dsp:sp modelId="{0CD15A8D-C217-4479-98AE-A0C40FB19A61}">
      <dsp:nvSpPr>
        <dsp:cNvPr id="0" name=""/>
        <dsp:cNvSpPr/>
      </dsp:nvSpPr>
      <dsp:spPr>
        <a:xfrm>
          <a:off x="3825393" y="4305573"/>
          <a:ext cx="1984382" cy="1568522"/>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Monitor</a:t>
          </a:r>
          <a:endParaRPr lang="en-IN" sz="3200" kern="1200" dirty="0"/>
        </a:p>
      </dsp:txBody>
      <dsp:txXfrm>
        <a:off x="4115999" y="4535278"/>
        <a:ext cx="1403170" cy="1109112"/>
      </dsp:txXfrm>
    </dsp:sp>
    <dsp:sp modelId="{C6D43328-1D99-468B-A8AC-AD990E85BCCB}">
      <dsp:nvSpPr>
        <dsp:cNvPr id="0" name=""/>
        <dsp:cNvSpPr/>
      </dsp:nvSpPr>
      <dsp:spPr>
        <a:xfrm rot="12600000">
          <a:off x="3648209" y="4250420"/>
          <a:ext cx="284842" cy="4930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IN" sz="2300" kern="1200"/>
        </a:p>
      </dsp:txBody>
      <dsp:txXfrm rot="10800000">
        <a:off x="3727938" y="4370383"/>
        <a:ext cx="199389" cy="295802"/>
      </dsp:txXfrm>
    </dsp:sp>
    <dsp:sp modelId="{9D7D0BF6-DC89-4DE8-B653-34F17DE09387}">
      <dsp:nvSpPr>
        <dsp:cNvPr id="0" name=""/>
        <dsp:cNvSpPr/>
      </dsp:nvSpPr>
      <dsp:spPr>
        <a:xfrm>
          <a:off x="2188034" y="3262970"/>
          <a:ext cx="1460748" cy="1460748"/>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Feedback</a:t>
          </a:r>
          <a:endParaRPr lang="en-IN" sz="3200" kern="1200" dirty="0"/>
        </a:p>
      </dsp:txBody>
      <dsp:txXfrm>
        <a:off x="2401956" y="3476892"/>
        <a:ext cx="1032904" cy="1032904"/>
      </dsp:txXfrm>
    </dsp:sp>
    <dsp:sp modelId="{9256A45F-B2E7-4A06-85F6-B922F4F5020C}">
      <dsp:nvSpPr>
        <dsp:cNvPr id="0" name=""/>
        <dsp:cNvSpPr/>
      </dsp:nvSpPr>
      <dsp:spPr>
        <a:xfrm rot="16200000">
          <a:off x="2724367" y="2661337"/>
          <a:ext cx="388082" cy="4930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IN" sz="2300" kern="1200"/>
        </a:p>
      </dsp:txBody>
      <dsp:txXfrm>
        <a:off x="2782580" y="2818150"/>
        <a:ext cx="271657" cy="295802"/>
      </dsp:txXfrm>
    </dsp:sp>
    <dsp:sp modelId="{045197D4-41D7-4942-B76D-345DDFC859F3}">
      <dsp:nvSpPr>
        <dsp:cNvPr id="0" name=""/>
        <dsp:cNvSpPr/>
      </dsp:nvSpPr>
      <dsp:spPr>
        <a:xfrm>
          <a:off x="2188034" y="1069991"/>
          <a:ext cx="1460748" cy="1460748"/>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Plan</a:t>
          </a:r>
          <a:endParaRPr lang="en-IN" sz="3200" kern="1200" dirty="0"/>
        </a:p>
      </dsp:txBody>
      <dsp:txXfrm>
        <a:off x="2401956" y="1283913"/>
        <a:ext cx="1032904" cy="1032904"/>
      </dsp:txXfrm>
    </dsp:sp>
    <dsp:sp modelId="{4872CE6E-60D7-4D6B-9ECD-89A616061FAA}">
      <dsp:nvSpPr>
        <dsp:cNvPr id="0" name=""/>
        <dsp:cNvSpPr/>
      </dsp:nvSpPr>
      <dsp:spPr>
        <a:xfrm rot="19800000">
          <a:off x="3664443" y="1011110"/>
          <a:ext cx="388082" cy="4930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IN" sz="2300" kern="1200"/>
        </a:p>
      </dsp:txBody>
      <dsp:txXfrm>
        <a:off x="3672242" y="1138816"/>
        <a:ext cx="271657" cy="2958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CA4312-9128-4951-AE4D-27FB9D8DA72D}">
      <dsp:nvSpPr>
        <dsp:cNvPr id="0" name=""/>
        <dsp:cNvSpPr/>
      </dsp:nvSpPr>
      <dsp:spPr>
        <a:xfrm>
          <a:off x="1748893" y="1374072"/>
          <a:ext cx="2452459" cy="9307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Collect Data</a:t>
          </a:r>
          <a:endParaRPr lang="en-IN" sz="3000" kern="1200" dirty="0"/>
        </a:p>
      </dsp:txBody>
      <dsp:txXfrm>
        <a:off x="1776153" y="1401332"/>
        <a:ext cx="2397939" cy="876202"/>
      </dsp:txXfrm>
    </dsp:sp>
    <dsp:sp modelId="{088681A7-BDAA-4BF7-8759-68F1D1314D5A}">
      <dsp:nvSpPr>
        <dsp:cNvPr id="0" name=""/>
        <dsp:cNvSpPr/>
      </dsp:nvSpPr>
      <dsp:spPr>
        <a:xfrm rot="5361571">
          <a:off x="2824067" y="2452056"/>
          <a:ext cx="319456" cy="32627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a:off x="2871450" y="2469394"/>
        <a:ext cx="223619" cy="195762"/>
      </dsp:txXfrm>
    </dsp:sp>
    <dsp:sp modelId="{423D31EC-BCD6-44C4-AEC4-66D205EA8728}">
      <dsp:nvSpPr>
        <dsp:cNvPr id="0" name=""/>
        <dsp:cNvSpPr/>
      </dsp:nvSpPr>
      <dsp:spPr>
        <a:xfrm>
          <a:off x="1766035" y="2907505"/>
          <a:ext cx="2452459" cy="9307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Train Model</a:t>
          </a:r>
          <a:endParaRPr lang="en-IN" sz="3000" kern="1200" dirty="0"/>
        </a:p>
      </dsp:txBody>
      <dsp:txXfrm>
        <a:off x="1793295" y="2934765"/>
        <a:ext cx="2397939" cy="876202"/>
      </dsp:txXfrm>
    </dsp:sp>
    <dsp:sp modelId="{439D3E9D-7E86-45DA-850F-8A5930997D55}">
      <dsp:nvSpPr>
        <dsp:cNvPr id="0" name=""/>
        <dsp:cNvSpPr/>
      </dsp:nvSpPr>
      <dsp:spPr>
        <a:xfrm rot="5378046">
          <a:off x="2813424" y="4032861"/>
          <a:ext cx="368195" cy="32627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a:off x="2862052" y="4049175"/>
        <a:ext cx="270314" cy="195762"/>
      </dsp:txXfrm>
    </dsp:sp>
    <dsp:sp modelId="{2BC46E0C-9FA7-4AFE-A4D7-75430BC801BC}">
      <dsp:nvSpPr>
        <dsp:cNvPr id="0" name=""/>
        <dsp:cNvSpPr/>
      </dsp:nvSpPr>
      <dsp:spPr>
        <a:xfrm>
          <a:off x="1776416" y="4532923"/>
          <a:ext cx="2452459" cy="93072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Deploy</a:t>
          </a:r>
          <a:endParaRPr lang="en-IN" sz="2900" kern="1200" dirty="0"/>
        </a:p>
      </dsp:txBody>
      <dsp:txXfrm>
        <a:off x="1803676" y="4560183"/>
        <a:ext cx="2397939" cy="876202"/>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4BE599-6EFB-44FB-AF96-F8B3CADFBB61}" type="datetimeFigureOut">
              <a:rPr lang="en-IN" smtClean="0"/>
              <a:t>13-07-2026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780E68-B7AF-4839-A5C4-D273F89A9AB1}" type="slidenum">
              <a:rPr lang="en-IN" smtClean="0"/>
              <a:t>‹#›</a:t>
            </a:fld>
            <a:endParaRPr lang="en-IN"/>
          </a:p>
        </p:txBody>
      </p:sp>
    </p:spTree>
    <p:extLst>
      <p:ext uri="{BB962C8B-B14F-4D97-AF65-F5344CB8AC3E}">
        <p14:creationId xmlns:p14="http://schemas.microsoft.com/office/powerpoint/2010/main" val="1688857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6" name="Google Shape;9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03891DB5-45C4-4EBB-B1FB-6D79AD6F6ABB}" type="datetimeFigureOut">
              <a:rPr lang="en-IN" smtClean="0"/>
              <a:t>13-07-2026</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AD201967-2DD9-4BDE-A59F-ACD21BA66248}" type="slidenum">
              <a:rPr lang="en-IN" smtClean="0"/>
              <a:t>‹#›</a:t>
            </a:fld>
            <a:endParaRPr lang="en-IN"/>
          </a:p>
        </p:txBody>
      </p:sp>
    </p:spTree>
    <p:extLst>
      <p:ext uri="{BB962C8B-B14F-4D97-AF65-F5344CB8AC3E}">
        <p14:creationId xmlns:p14="http://schemas.microsoft.com/office/powerpoint/2010/main" val="4047196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891DB5-45C4-4EBB-B1FB-6D79AD6F6ABB}"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201967-2DD9-4BDE-A59F-ACD21BA66248}" type="slidenum">
              <a:rPr lang="en-IN" smtClean="0"/>
              <a:t>‹#›</a:t>
            </a:fld>
            <a:endParaRPr lang="en-IN"/>
          </a:p>
        </p:txBody>
      </p:sp>
    </p:spTree>
    <p:extLst>
      <p:ext uri="{BB962C8B-B14F-4D97-AF65-F5344CB8AC3E}">
        <p14:creationId xmlns:p14="http://schemas.microsoft.com/office/powerpoint/2010/main" val="3062485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891DB5-45C4-4EBB-B1FB-6D79AD6F6ABB}"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201967-2DD9-4BDE-A59F-ACD21BA66248}" type="slidenum">
              <a:rPr lang="en-IN" smtClean="0"/>
              <a:t>‹#›</a:t>
            </a:fld>
            <a:endParaRPr lang="en-IN"/>
          </a:p>
        </p:txBody>
      </p:sp>
    </p:spTree>
    <p:extLst>
      <p:ext uri="{BB962C8B-B14F-4D97-AF65-F5344CB8AC3E}">
        <p14:creationId xmlns:p14="http://schemas.microsoft.com/office/powerpoint/2010/main" val="803618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891DB5-45C4-4EBB-B1FB-6D79AD6F6ABB}"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201967-2DD9-4BDE-A59F-ACD21BA66248}" type="slidenum">
              <a:rPr lang="en-IN" smtClean="0"/>
              <a:t>‹#›</a:t>
            </a:fld>
            <a:endParaRPr lang="en-IN"/>
          </a:p>
        </p:txBody>
      </p:sp>
    </p:spTree>
    <p:extLst>
      <p:ext uri="{BB962C8B-B14F-4D97-AF65-F5344CB8AC3E}">
        <p14:creationId xmlns:p14="http://schemas.microsoft.com/office/powerpoint/2010/main" val="3334600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891DB5-45C4-4EBB-B1FB-6D79AD6F6ABB}" type="datetimeFigureOut">
              <a:rPr lang="en-IN" smtClean="0"/>
              <a:t>13-07-2026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D201967-2DD9-4BDE-A59F-ACD21BA66248}" type="slidenum">
              <a:rPr lang="en-IN" smtClean="0"/>
              <a:t>‹#›</a:t>
            </a:fld>
            <a:endParaRPr lang="en-IN"/>
          </a:p>
        </p:txBody>
      </p:sp>
    </p:spTree>
    <p:extLst>
      <p:ext uri="{BB962C8B-B14F-4D97-AF65-F5344CB8AC3E}">
        <p14:creationId xmlns:p14="http://schemas.microsoft.com/office/powerpoint/2010/main" val="1898241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3891DB5-45C4-4EBB-B1FB-6D79AD6F6ABB}" type="datetimeFigureOut">
              <a:rPr lang="en-IN" smtClean="0"/>
              <a:t>13-07-2026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D201967-2DD9-4BDE-A59F-ACD21BA66248}" type="slidenum">
              <a:rPr lang="en-IN" smtClean="0"/>
              <a:t>‹#›</a:t>
            </a:fld>
            <a:endParaRPr lang="en-IN"/>
          </a:p>
        </p:txBody>
      </p:sp>
    </p:spTree>
    <p:extLst>
      <p:ext uri="{BB962C8B-B14F-4D97-AF65-F5344CB8AC3E}">
        <p14:creationId xmlns:p14="http://schemas.microsoft.com/office/powerpoint/2010/main" val="986792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891DB5-45C4-4EBB-B1FB-6D79AD6F6ABB}" type="datetimeFigureOut">
              <a:rPr lang="en-IN" smtClean="0"/>
              <a:t>13-07-2026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D201967-2DD9-4BDE-A59F-ACD21BA66248}" type="slidenum">
              <a:rPr lang="en-IN" smtClean="0"/>
              <a:t>‹#›</a:t>
            </a:fld>
            <a:endParaRPr lang="en-IN"/>
          </a:p>
        </p:txBody>
      </p:sp>
    </p:spTree>
    <p:extLst>
      <p:ext uri="{BB962C8B-B14F-4D97-AF65-F5344CB8AC3E}">
        <p14:creationId xmlns:p14="http://schemas.microsoft.com/office/powerpoint/2010/main" val="2589273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891DB5-45C4-4EBB-B1FB-6D79AD6F6ABB}"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201967-2DD9-4BDE-A59F-ACD21BA66248}" type="slidenum">
              <a:rPr lang="en-IN" smtClean="0"/>
              <a:t>‹#›</a:t>
            </a:fld>
            <a:endParaRPr lang="en-IN"/>
          </a:p>
        </p:txBody>
      </p:sp>
    </p:spTree>
    <p:extLst>
      <p:ext uri="{BB962C8B-B14F-4D97-AF65-F5344CB8AC3E}">
        <p14:creationId xmlns:p14="http://schemas.microsoft.com/office/powerpoint/2010/main" val="3419915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891DB5-45C4-4EBB-B1FB-6D79AD6F6ABB}"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201967-2DD9-4BDE-A59F-ACD21BA66248}" type="slidenum">
              <a:rPr lang="en-IN" smtClean="0"/>
              <a:t>‹#›</a:t>
            </a:fld>
            <a:endParaRPr lang="en-IN"/>
          </a:p>
        </p:txBody>
      </p:sp>
    </p:spTree>
    <p:extLst>
      <p:ext uri="{BB962C8B-B14F-4D97-AF65-F5344CB8AC3E}">
        <p14:creationId xmlns:p14="http://schemas.microsoft.com/office/powerpoint/2010/main" val="1609294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891DB5-45C4-4EBB-B1FB-6D79AD6F6ABB}"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201967-2DD9-4BDE-A59F-ACD21BA66248}" type="slidenum">
              <a:rPr lang="en-IN" smtClean="0"/>
              <a:t>‹#›</a:t>
            </a:fld>
            <a:endParaRPr lang="en-IN"/>
          </a:p>
        </p:txBody>
      </p:sp>
    </p:spTree>
    <p:extLst>
      <p:ext uri="{BB962C8B-B14F-4D97-AF65-F5344CB8AC3E}">
        <p14:creationId xmlns:p14="http://schemas.microsoft.com/office/powerpoint/2010/main" val="3249463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891DB5-45C4-4EBB-B1FB-6D79AD6F6ABB}"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201967-2DD9-4BDE-A59F-ACD21BA66248}" type="slidenum">
              <a:rPr lang="en-IN" smtClean="0"/>
              <a:t>‹#›</a:t>
            </a:fld>
            <a:endParaRPr lang="en-IN"/>
          </a:p>
        </p:txBody>
      </p:sp>
    </p:spTree>
    <p:extLst>
      <p:ext uri="{BB962C8B-B14F-4D97-AF65-F5344CB8AC3E}">
        <p14:creationId xmlns:p14="http://schemas.microsoft.com/office/powerpoint/2010/main" val="18220252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891DB5-45C4-4EBB-B1FB-6D79AD6F6ABB}"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201967-2DD9-4BDE-A59F-ACD21BA66248}"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655327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891DB5-45C4-4EBB-B1FB-6D79AD6F6ABB}"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201967-2DD9-4BDE-A59F-ACD21BA66248}" type="slidenum">
              <a:rPr lang="en-IN" smtClean="0"/>
              <a:t>‹#›</a:t>
            </a:fld>
            <a:endParaRPr lang="en-IN"/>
          </a:p>
        </p:txBody>
      </p:sp>
    </p:spTree>
    <p:extLst>
      <p:ext uri="{BB962C8B-B14F-4D97-AF65-F5344CB8AC3E}">
        <p14:creationId xmlns:p14="http://schemas.microsoft.com/office/powerpoint/2010/main" val="2069872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3891DB5-45C4-4EBB-B1FB-6D79AD6F6ABB}" type="datetimeFigureOut">
              <a:rPr lang="en-IN" smtClean="0"/>
              <a:t>13-07-2026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D201967-2DD9-4BDE-A59F-ACD21BA66248}" type="slidenum">
              <a:rPr lang="en-IN" smtClean="0"/>
              <a:t>‹#›</a:t>
            </a:fld>
            <a:endParaRPr lang="en-IN"/>
          </a:p>
        </p:txBody>
      </p:sp>
    </p:spTree>
    <p:extLst>
      <p:ext uri="{BB962C8B-B14F-4D97-AF65-F5344CB8AC3E}">
        <p14:creationId xmlns:p14="http://schemas.microsoft.com/office/powerpoint/2010/main" val="28112768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3891DB5-45C4-4EBB-B1FB-6D79AD6F6ABB}" type="datetimeFigureOut">
              <a:rPr lang="en-IN" smtClean="0"/>
              <a:t>13-07-2026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D201967-2DD9-4BDE-A59F-ACD21BA66248}" type="slidenum">
              <a:rPr lang="en-IN" smtClean="0"/>
              <a:t>‹#›</a:t>
            </a:fld>
            <a:endParaRPr lang="en-IN"/>
          </a:p>
        </p:txBody>
      </p:sp>
    </p:spTree>
    <p:extLst>
      <p:ext uri="{BB962C8B-B14F-4D97-AF65-F5344CB8AC3E}">
        <p14:creationId xmlns:p14="http://schemas.microsoft.com/office/powerpoint/2010/main" val="11716324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891DB5-45C4-4EBB-B1FB-6D79AD6F6ABB}"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201967-2DD9-4BDE-A59F-ACD21BA66248}" type="slidenum">
              <a:rPr lang="en-IN" smtClean="0"/>
              <a:t>‹#›</a:t>
            </a:fld>
            <a:endParaRPr lang="en-IN"/>
          </a:p>
        </p:txBody>
      </p:sp>
    </p:spTree>
    <p:extLst>
      <p:ext uri="{BB962C8B-B14F-4D97-AF65-F5344CB8AC3E}">
        <p14:creationId xmlns:p14="http://schemas.microsoft.com/office/powerpoint/2010/main" val="22155734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891DB5-45C4-4EBB-B1FB-6D79AD6F6ABB}"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201967-2DD9-4BDE-A59F-ACD21BA66248}" type="slidenum">
              <a:rPr lang="en-IN" smtClean="0"/>
              <a:t>‹#›</a:t>
            </a:fld>
            <a:endParaRPr lang="en-IN"/>
          </a:p>
        </p:txBody>
      </p:sp>
    </p:spTree>
    <p:extLst>
      <p:ext uri="{BB962C8B-B14F-4D97-AF65-F5344CB8AC3E}">
        <p14:creationId xmlns:p14="http://schemas.microsoft.com/office/powerpoint/2010/main" val="2898096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3891DB5-45C4-4EBB-B1FB-6D79AD6F6ABB}" type="datetimeFigureOut">
              <a:rPr lang="en-IN" smtClean="0"/>
              <a:t>13-07-2026</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D201967-2DD9-4BDE-A59F-ACD21BA66248}" type="slidenum">
              <a:rPr lang="en-IN" smtClean="0"/>
              <a:t>‹#›</a:t>
            </a:fld>
            <a:endParaRPr lang="en-IN"/>
          </a:p>
        </p:txBody>
      </p:sp>
    </p:spTree>
    <p:extLst>
      <p:ext uri="{BB962C8B-B14F-4D97-AF65-F5344CB8AC3E}">
        <p14:creationId xmlns:p14="http://schemas.microsoft.com/office/powerpoint/2010/main" val="314335240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90" name="Google Shape;90;p1"/>
          <p:cNvSpPr/>
          <p:nvPr/>
        </p:nvSpPr>
        <p:spPr>
          <a:xfrm>
            <a:off x="1658541" y="890217"/>
            <a:ext cx="9144000" cy="276969"/>
          </a:xfrm>
          <a:prstGeom prst="rect">
            <a:avLst/>
          </a:prstGeom>
          <a:noFill/>
          <a:ln>
            <a:noFill/>
          </a:ln>
        </p:spPr>
        <p:txBody>
          <a:bodyPr spcFirstLastPara="1" wrap="square" lIns="68569" tIns="34275" rIns="68569" bIns="34275" anchor="ctr" anchorCtr="0">
            <a:spAutoFit/>
          </a:bodyPr>
          <a:lstStyle/>
          <a:p>
            <a:pPr>
              <a:buClr>
                <a:schemeClr val="dk1"/>
              </a:buClr>
              <a:buSzPts val="1800"/>
            </a:pPr>
            <a:endParaRPr sz="1350">
              <a:solidFill>
                <a:schemeClr val="dk1"/>
              </a:solidFill>
              <a:latin typeface="Calibri"/>
              <a:ea typeface="Calibri"/>
              <a:cs typeface="Calibri"/>
              <a:sym typeface="Calibri"/>
            </a:endParaRPr>
          </a:p>
        </p:txBody>
      </p:sp>
      <p:sp>
        <p:nvSpPr>
          <p:cNvPr id="91" name="Google Shape;91;p1"/>
          <p:cNvSpPr/>
          <p:nvPr/>
        </p:nvSpPr>
        <p:spPr>
          <a:xfrm>
            <a:off x="2625414" y="899619"/>
            <a:ext cx="6941172" cy="761717"/>
          </a:xfrm>
          <a:prstGeom prst="rect">
            <a:avLst/>
          </a:prstGeom>
          <a:noFill/>
          <a:ln>
            <a:noFill/>
          </a:ln>
        </p:spPr>
        <p:txBody>
          <a:bodyPr spcFirstLastPara="1" wrap="square" lIns="68569" tIns="34275" rIns="68569" bIns="34275" anchor="ctr" anchorCtr="0">
            <a:spAutoFit/>
          </a:bodyPr>
          <a:lstStyle/>
          <a:p>
            <a:pPr algn="ctr">
              <a:buClr>
                <a:srgbClr val="002060"/>
              </a:buClr>
              <a:buSzPts val="2400"/>
            </a:pPr>
            <a:r>
              <a:rPr lang="en-IN" b="1" dirty="0" err="1">
                <a:latin typeface="Arial"/>
                <a:ea typeface="Arial"/>
                <a:cs typeface="Arial"/>
                <a:sym typeface="Arial"/>
              </a:rPr>
              <a:t>KGiSL</a:t>
            </a:r>
            <a:r>
              <a:rPr lang="en-IN" b="1" dirty="0">
                <a:latin typeface="Arial"/>
                <a:ea typeface="Arial"/>
                <a:cs typeface="Arial"/>
                <a:sym typeface="Arial"/>
              </a:rPr>
              <a:t> Institute of Technology</a:t>
            </a:r>
            <a:endParaRPr sz="1200" dirty="0">
              <a:latin typeface="Arial"/>
              <a:ea typeface="Arial"/>
              <a:cs typeface="Arial"/>
              <a:sym typeface="Arial"/>
            </a:endParaRPr>
          </a:p>
          <a:p>
            <a:pPr algn="ctr">
              <a:buClr>
                <a:schemeClr val="dk1"/>
              </a:buClr>
              <a:buSzPts val="1200"/>
            </a:pPr>
            <a:r>
              <a:rPr lang="en-IN" sz="900" dirty="0">
                <a:latin typeface="Calibri"/>
                <a:ea typeface="Calibri"/>
                <a:cs typeface="Calibri"/>
                <a:sym typeface="Calibri"/>
              </a:rPr>
              <a:t>(Approved by AICTE, New Delhi; Affiliated to Anna University, Chennai)</a:t>
            </a:r>
            <a:endParaRPr sz="1200" dirty="0">
              <a:latin typeface="Calibri"/>
              <a:ea typeface="Calibri"/>
              <a:cs typeface="Calibri"/>
              <a:sym typeface="Calibri"/>
            </a:endParaRPr>
          </a:p>
          <a:p>
            <a:pPr algn="ctr">
              <a:buClr>
                <a:schemeClr val="dk1"/>
              </a:buClr>
              <a:buSzPts val="1200"/>
            </a:pPr>
            <a:r>
              <a:rPr lang="en-IN" sz="900" dirty="0">
                <a:latin typeface="Calibri"/>
                <a:ea typeface="Calibri"/>
                <a:cs typeface="Calibri"/>
                <a:sym typeface="Calibri"/>
              </a:rPr>
              <a:t>Recognized by UGC, Accredited by NBA (IT)</a:t>
            </a:r>
            <a:endParaRPr sz="1200" dirty="0">
              <a:latin typeface="Calibri"/>
              <a:ea typeface="Calibri"/>
              <a:cs typeface="Calibri"/>
              <a:sym typeface="Calibri"/>
            </a:endParaRPr>
          </a:p>
          <a:p>
            <a:pPr algn="ctr">
              <a:buClr>
                <a:schemeClr val="dk1"/>
              </a:buClr>
              <a:buSzPts val="1200"/>
            </a:pPr>
            <a:r>
              <a:rPr lang="en-IN" sz="900" dirty="0">
                <a:latin typeface="Calibri"/>
                <a:ea typeface="Calibri"/>
                <a:cs typeface="Calibri"/>
                <a:sym typeface="Calibri"/>
              </a:rPr>
              <a:t>365, </a:t>
            </a:r>
            <a:r>
              <a:rPr lang="en-IN" sz="900" dirty="0" err="1">
                <a:latin typeface="Calibri"/>
                <a:ea typeface="Calibri"/>
                <a:cs typeface="Calibri"/>
                <a:sym typeface="Calibri"/>
              </a:rPr>
              <a:t>KGiSL</a:t>
            </a:r>
            <a:r>
              <a:rPr lang="en-IN" sz="900" dirty="0">
                <a:latin typeface="Calibri"/>
                <a:ea typeface="Calibri"/>
                <a:cs typeface="Calibri"/>
                <a:sym typeface="Calibri"/>
              </a:rPr>
              <a:t> Campus, </a:t>
            </a:r>
            <a:r>
              <a:rPr lang="en-IN" sz="900" dirty="0" err="1">
                <a:latin typeface="Calibri"/>
                <a:ea typeface="Calibri"/>
                <a:cs typeface="Calibri"/>
                <a:sym typeface="Calibri"/>
              </a:rPr>
              <a:t>Thudiyalur</a:t>
            </a:r>
            <a:r>
              <a:rPr lang="en-IN" sz="900" dirty="0">
                <a:latin typeface="Calibri"/>
                <a:ea typeface="Calibri"/>
                <a:cs typeface="Calibri"/>
                <a:sym typeface="Calibri"/>
              </a:rPr>
              <a:t> Road, </a:t>
            </a:r>
            <a:r>
              <a:rPr lang="en-IN" sz="900" dirty="0" err="1">
                <a:latin typeface="Calibri"/>
                <a:ea typeface="Calibri"/>
                <a:cs typeface="Calibri"/>
                <a:sym typeface="Calibri"/>
              </a:rPr>
              <a:t>Saravanampatti</a:t>
            </a:r>
            <a:r>
              <a:rPr lang="en-IN" sz="900" dirty="0">
                <a:latin typeface="Calibri"/>
                <a:ea typeface="Calibri"/>
                <a:cs typeface="Calibri"/>
                <a:sym typeface="Calibri"/>
              </a:rPr>
              <a:t>, Coimbatore – 641035.</a:t>
            </a:r>
            <a:endParaRPr sz="2100" dirty="0">
              <a:latin typeface="Arial"/>
              <a:ea typeface="Arial"/>
              <a:cs typeface="Arial"/>
              <a:sym typeface="Arial"/>
            </a:endParaRPr>
          </a:p>
        </p:txBody>
      </p:sp>
      <p:cxnSp>
        <p:nvCxnSpPr>
          <p:cNvPr id="92" name="Google Shape;92;p1"/>
          <p:cNvCxnSpPr/>
          <p:nvPr/>
        </p:nvCxnSpPr>
        <p:spPr>
          <a:xfrm>
            <a:off x="1716882" y="1784747"/>
            <a:ext cx="8603456" cy="0"/>
          </a:xfrm>
          <a:prstGeom prst="straightConnector1">
            <a:avLst/>
          </a:prstGeom>
          <a:noFill/>
          <a:ln w="28575" cap="flat" cmpd="sng">
            <a:solidFill>
              <a:schemeClr val="accent1"/>
            </a:solidFill>
            <a:prstDash val="solid"/>
            <a:miter lim="800000"/>
            <a:headEnd type="none" w="sm" len="sm"/>
            <a:tailEnd type="none" w="sm" len="sm"/>
          </a:ln>
        </p:spPr>
      </p:cxnSp>
      <p:sp>
        <p:nvSpPr>
          <p:cNvPr id="93" name="Google Shape;93;p1"/>
          <p:cNvSpPr txBox="1">
            <a:spLocks noGrp="1"/>
          </p:cNvSpPr>
          <p:nvPr>
            <p:ph type="subTitle" idx="1"/>
          </p:nvPr>
        </p:nvSpPr>
        <p:spPr>
          <a:xfrm>
            <a:off x="2275113" y="1796655"/>
            <a:ext cx="9427029" cy="4647686"/>
          </a:xfrm>
          <a:prstGeom prst="rect">
            <a:avLst/>
          </a:prstGeom>
          <a:noFill/>
          <a:ln>
            <a:noFill/>
          </a:ln>
        </p:spPr>
        <p:txBody>
          <a:bodyPr spcFirstLastPara="1" vert="horz" wrap="square" lIns="68569" tIns="34275" rIns="68569" bIns="34275" rtlCol="0" anchor="t" anchorCtr="0">
            <a:noAutofit/>
          </a:bodyPr>
          <a:lstStyle/>
          <a:p>
            <a:pPr marL="257175" indent="-257175" algn="ctr">
              <a:lnSpc>
                <a:spcPct val="150000"/>
              </a:lnSpc>
              <a:defRPr/>
            </a:pPr>
            <a:r>
              <a:rPr lang="en-IN" sz="2400" b="1" dirty="0">
                <a:solidFill>
                  <a:schemeClr val="tx1"/>
                </a:solidFill>
                <a:latin typeface="Times New Roman" pitchFamily="18" charset="0"/>
                <a:cs typeface="Times New Roman" pitchFamily="18" charset="0"/>
              </a:rPr>
              <a:t>Department of Artificial Intelligence and </a:t>
            </a:r>
          </a:p>
          <a:p>
            <a:pPr marL="257175" indent="-257175" algn="ctr">
              <a:lnSpc>
                <a:spcPct val="150000"/>
              </a:lnSpc>
              <a:defRPr/>
            </a:pPr>
            <a:r>
              <a:rPr lang="en-IN" sz="2400" b="1" dirty="0">
                <a:solidFill>
                  <a:schemeClr val="tx1"/>
                </a:solidFill>
                <a:latin typeface="Times New Roman" pitchFamily="18" charset="0"/>
                <a:cs typeface="Times New Roman" pitchFamily="18" charset="0"/>
              </a:rPr>
              <a:t>Machine Learning</a:t>
            </a:r>
          </a:p>
          <a:p>
            <a:pPr marL="257175" indent="-257175" algn="l">
              <a:lnSpc>
                <a:spcPct val="150000"/>
              </a:lnSpc>
              <a:defRPr/>
            </a:pPr>
            <a:r>
              <a:rPr lang="en-IN" sz="2400" dirty="0">
                <a:solidFill>
                  <a:schemeClr val="tx1"/>
                </a:solidFill>
                <a:latin typeface="Times New Roman" pitchFamily="18" charset="0"/>
                <a:cs typeface="Times New Roman" pitchFamily="18" charset="0"/>
              </a:rPr>
              <a:t>Name of the Faculty    : ASWINI.C</a:t>
            </a:r>
          </a:p>
          <a:p>
            <a:pPr marL="257175" indent="-257175" algn="l">
              <a:lnSpc>
                <a:spcPct val="150000"/>
              </a:lnSpc>
              <a:defRPr/>
            </a:pPr>
            <a:r>
              <a:rPr lang="en-IN" sz="2400" dirty="0">
                <a:solidFill>
                  <a:schemeClr val="tx1"/>
                </a:solidFill>
                <a:latin typeface="Times New Roman" pitchFamily="18" charset="0"/>
                <a:cs typeface="Times New Roman" pitchFamily="18" charset="0"/>
              </a:rPr>
              <a:t>Subject Code &amp; Name    : 24UAMp10 - MLOPS</a:t>
            </a:r>
            <a:endParaRPr lang="en-US" sz="2400" dirty="0">
              <a:solidFill>
                <a:schemeClr val="tx1"/>
              </a:solidFill>
              <a:latin typeface="Times New Roman" panose="02020603050405020304" pitchFamily="18" charset="0"/>
              <a:cs typeface="Times New Roman" pitchFamily="18" charset="0"/>
            </a:endParaRPr>
          </a:p>
          <a:p>
            <a:pPr marL="257175" indent="-257175" algn="l">
              <a:lnSpc>
                <a:spcPct val="150000"/>
              </a:lnSpc>
              <a:defRPr/>
            </a:pPr>
            <a:r>
              <a:rPr lang="en-IN" sz="2400" dirty="0">
                <a:solidFill>
                  <a:schemeClr val="tx1"/>
                </a:solidFill>
                <a:latin typeface="Times New Roman" pitchFamily="18" charset="0"/>
                <a:cs typeface="Times New Roman" pitchFamily="18" charset="0"/>
              </a:rPr>
              <a:t>Branch &amp; Department : B.E CSE(AI&amp;ML)</a:t>
            </a:r>
          </a:p>
          <a:p>
            <a:pPr marL="257175" indent="-257175" algn="l">
              <a:lnSpc>
                <a:spcPct val="150000"/>
              </a:lnSpc>
              <a:defRPr/>
            </a:pPr>
            <a:r>
              <a:rPr lang="en-IN" sz="2400" dirty="0">
                <a:solidFill>
                  <a:schemeClr val="tx1"/>
                </a:solidFill>
                <a:latin typeface="Times New Roman" pitchFamily="18" charset="0"/>
                <a:cs typeface="Times New Roman" pitchFamily="18" charset="0"/>
              </a:rPr>
              <a:t>Year &amp; Semester            : III/V</a:t>
            </a:r>
          </a:p>
          <a:p>
            <a:pPr marL="257175" indent="-257175" algn="l">
              <a:lnSpc>
                <a:spcPct val="150000"/>
              </a:lnSpc>
              <a:defRPr/>
            </a:pPr>
            <a:r>
              <a:rPr lang="en-IN" sz="2400" dirty="0">
                <a:solidFill>
                  <a:schemeClr val="tx1"/>
                </a:solidFill>
                <a:latin typeface="Times New Roman" pitchFamily="18" charset="0"/>
                <a:cs typeface="Times New Roman" pitchFamily="18" charset="0"/>
              </a:rPr>
              <a:t>Academic Year               : 2026-2027</a:t>
            </a:r>
          </a:p>
          <a:p>
            <a:pPr marL="257175" indent="-257175" algn="l">
              <a:buFont typeface="Arial" pitchFamily="34" charset="0"/>
              <a:buChar char="•"/>
              <a:defRPr/>
            </a:pPr>
            <a:endParaRPr lang="en-IN" sz="2400" kern="1200" dirty="0">
              <a:solidFill>
                <a:schemeClr val="tx1"/>
              </a:solidFill>
            </a:endParaRPr>
          </a:p>
        </p:txBody>
      </p:sp>
      <p:pic>
        <p:nvPicPr>
          <p:cNvPr id="8" name="Picture 7"/>
          <p:cNvPicPr>
            <a:picLocks noChangeAspect="1"/>
          </p:cNvPicPr>
          <p:nvPr/>
        </p:nvPicPr>
        <p:blipFill>
          <a:blip r:embed="rId3"/>
          <a:stretch>
            <a:fillRect/>
          </a:stretch>
        </p:blipFill>
        <p:spPr>
          <a:xfrm>
            <a:off x="1827611" y="995364"/>
            <a:ext cx="821531" cy="650081"/>
          </a:xfrm>
          <a:prstGeom prst="rect">
            <a:avLst/>
          </a:prstGeom>
        </p:spPr>
      </p:pic>
      <p:pic>
        <p:nvPicPr>
          <p:cNvPr id="9" name="Picture 8" descr="C:\Users\902556\Downloads\Grade-A-NAACc-Badge (1).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97035" y="979470"/>
            <a:ext cx="770283" cy="681866"/>
          </a:xfrm>
          <a:prstGeom prst="rect">
            <a:avLst/>
          </a:prstGeom>
          <a:noFill/>
          <a:ln>
            <a:noFill/>
          </a:ln>
        </p:spPr>
      </p:pic>
      <p:sp>
        <p:nvSpPr>
          <p:cNvPr id="2" name="Slide Number Placeholder 1">
            <a:extLst>
              <a:ext uri="{FF2B5EF4-FFF2-40B4-BE49-F238E27FC236}">
                <a16:creationId xmlns:a16="http://schemas.microsoft.com/office/drawing/2014/main" id="{4CB2A070-3EDB-B991-B1E9-38CD2A3C5882}"/>
              </a:ext>
            </a:extLst>
          </p:cNvPr>
          <p:cNvSpPr>
            <a:spLocks noGrp="1"/>
          </p:cNvSpPr>
          <p:nvPr>
            <p:ph type="sldNum" sz="quarter" idx="12"/>
          </p:nvPr>
        </p:nvSpPr>
        <p:spPr/>
        <p:txBody>
          <a:bodyPr/>
          <a:lstStyle/>
          <a:p>
            <a:fld id="{D1D4F120-D7A6-42B7-87C3-B35ECABF4B42}" type="slidenum">
              <a:rPr lang="en-IN" smtClean="0"/>
              <a:t>1</a:t>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p:nvPr/>
        </p:nvSpPr>
        <p:spPr>
          <a:xfrm>
            <a:off x="1179871" y="857251"/>
            <a:ext cx="9488129" cy="765572"/>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69" tIns="34275" rIns="68569" bIns="34275" anchor="ctr" anchorCtr="0">
            <a:noAutofit/>
          </a:bodyPr>
          <a:lstStyle/>
          <a:p>
            <a:r>
              <a:rPr lang="en-IN" dirty="0">
                <a:solidFill>
                  <a:schemeClr val="lt1"/>
                </a:solidFill>
                <a:latin typeface="Arial"/>
                <a:ea typeface="Arial"/>
                <a:cs typeface="Arial"/>
                <a:sym typeface="Arial"/>
              </a:rPr>
              <a:t>SYLLABUS</a:t>
            </a:r>
            <a:endParaRPr dirty="0">
              <a:solidFill>
                <a:schemeClr val="lt1"/>
              </a:solidFill>
              <a:latin typeface="Arial"/>
              <a:ea typeface="Arial"/>
              <a:cs typeface="Arial"/>
              <a:sym typeface="Arial"/>
            </a:endParaRPr>
          </a:p>
        </p:txBody>
      </p:sp>
      <p:sp>
        <p:nvSpPr>
          <p:cNvPr id="100" name="Google Shape;100;p2"/>
          <p:cNvSpPr txBox="1">
            <a:spLocks noGrp="1"/>
          </p:cNvSpPr>
          <p:nvPr>
            <p:ph type="body" idx="1"/>
          </p:nvPr>
        </p:nvSpPr>
        <p:spPr>
          <a:xfrm>
            <a:off x="1179870" y="1874044"/>
            <a:ext cx="9867539" cy="4221956"/>
          </a:xfrm>
          <a:prstGeom prst="rect">
            <a:avLst/>
          </a:prstGeom>
          <a:noFill/>
          <a:ln>
            <a:noFill/>
          </a:ln>
        </p:spPr>
        <p:txBody>
          <a:bodyPr spcFirstLastPara="1" vert="horz" wrap="square" lIns="68569" tIns="34275" rIns="68569" bIns="34275" rtlCol="0" anchor="t" anchorCtr="0">
            <a:noAutofit/>
          </a:bodyPr>
          <a:lstStyle/>
          <a:p>
            <a:pPr marL="171450" indent="-171450">
              <a:spcBef>
                <a:spcPts val="0"/>
              </a:spcBef>
              <a:buClr>
                <a:srgbClr val="FF0000"/>
              </a:buClr>
              <a:buSzPts val="2800"/>
              <a:buNone/>
            </a:pPr>
            <a:r>
              <a:rPr lang="en-IN" b="1" dirty="0">
                <a:solidFill>
                  <a:srgbClr val="FF0000"/>
                </a:solidFill>
                <a:latin typeface="Times New Roman"/>
                <a:ea typeface="Times New Roman"/>
                <a:cs typeface="Times New Roman"/>
                <a:sym typeface="Times New Roman"/>
              </a:rPr>
              <a:t>UNIT I</a:t>
            </a:r>
            <a:r>
              <a:rPr lang="en-IN" b="1" dirty="0">
                <a:latin typeface="Times New Roman"/>
                <a:ea typeface="Times New Roman"/>
                <a:cs typeface="Times New Roman"/>
                <a:sym typeface="Times New Roman"/>
              </a:rPr>
              <a:t>	</a:t>
            </a:r>
            <a:endParaRPr dirty="0"/>
          </a:p>
          <a:p>
            <a:pPr marL="171450" indent="-171450">
              <a:spcBef>
                <a:spcPts val="0"/>
              </a:spcBef>
              <a:buClr>
                <a:schemeClr val="dk1"/>
              </a:buClr>
              <a:buSzPts val="2800"/>
              <a:buNone/>
            </a:pPr>
            <a:endParaRPr b="1" dirty="0">
              <a:latin typeface="Times New Roman"/>
              <a:ea typeface="Times New Roman"/>
              <a:cs typeface="Times New Roman"/>
              <a:sym typeface="Times New Roman"/>
            </a:endParaRPr>
          </a:p>
          <a:p>
            <a:pPr marL="171450" indent="-171450" algn="just">
              <a:lnSpc>
                <a:spcPct val="200000"/>
              </a:lnSpc>
              <a:spcBef>
                <a:spcPts val="0"/>
              </a:spcBef>
              <a:buClr>
                <a:schemeClr val="dk1"/>
              </a:buClr>
              <a:buSzPts val="2800"/>
              <a:buNone/>
            </a:pPr>
            <a:endParaRPr dirty="0">
              <a:latin typeface="Times New Roman"/>
              <a:ea typeface="Times New Roman"/>
              <a:cs typeface="Times New Roman"/>
              <a:sym typeface="Times New Roman"/>
            </a:endParaRPr>
          </a:p>
        </p:txBody>
      </p:sp>
      <p:pic>
        <p:nvPicPr>
          <p:cNvPr id="5" name="Picture 4"/>
          <p:cNvPicPr>
            <a:picLocks noChangeAspect="1"/>
          </p:cNvPicPr>
          <p:nvPr/>
        </p:nvPicPr>
        <p:blipFill>
          <a:blip r:embed="rId3"/>
          <a:stretch>
            <a:fillRect/>
          </a:stretch>
        </p:blipFill>
        <p:spPr>
          <a:xfrm>
            <a:off x="9645731" y="914996"/>
            <a:ext cx="821531" cy="650081"/>
          </a:xfrm>
          <a:prstGeom prst="rect">
            <a:avLst/>
          </a:prstGeom>
        </p:spPr>
      </p:pic>
      <p:sp>
        <p:nvSpPr>
          <p:cNvPr id="2" name="Slide Number Placeholder 1">
            <a:extLst>
              <a:ext uri="{FF2B5EF4-FFF2-40B4-BE49-F238E27FC236}">
                <a16:creationId xmlns:a16="http://schemas.microsoft.com/office/drawing/2014/main" id="{E9AAAAE8-645B-8991-6A1B-805F0FD7E571}"/>
              </a:ext>
            </a:extLst>
          </p:cNvPr>
          <p:cNvSpPr>
            <a:spLocks noGrp="1"/>
          </p:cNvSpPr>
          <p:nvPr>
            <p:ph type="sldNum" sz="quarter" idx="12"/>
          </p:nvPr>
        </p:nvSpPr>
        <p:spPr/>
        <p:txBody>
          <a:bodyPr/>
          <a:lstStyle/>
          <a:p>
            <a:fld id="{D1D4F120-D7A6-42B7-87C3-B35ECABF4B42}" type="slidenum">
              <a:rPr lang="en-IN" smtClean="0"/>
              <a:t>2</a:t>
            </a:fld>
            <a:endParaRPr lang="en-IN"/>
          </a:p>
        </p:txBody>
      </p:sp>
      <p:sp>
        <p:nvSpPr>
          <p:cNvPr id="6" name="TextBox 5">
            <a:extLst>
              <a:ext uri="{FF2B5EF4-FFF2-40B4-BE49-F238E27FC236}">
                <a16:creationId xmlns:a16="http://schemas.microsoft.com/office/drawing/2014/main" id="{CBA3B91E-3E43-09A9-D156-DC2BEEBB8F41}"/>
              </a:ext>
            </a:extLst>
          </p:cNvPr>
          <p:cNvSpPr txBox="1"/>
          <p:nvPr/>
        </p:nvSpPr>
        <p:spPr>
          <a:xfrm>
            <a:off x="1179869" y="3139995"/>
            <a:ext cx="9977988" cy="1477328"/>
          </a:xfrm>
          <a:prstGeom prst="rect">
            <a:avLst/>
          </a:prstGeom>
          <a:noFill/>
        </p:spPr>
        <p:txBody>
          <a:bodyPr wrap="square">
            <a:spAutoFit/>
          </a:bodyPr>
          <a:lstStyle/>
          <a:p>
            <a:r>
              <a:rPr lang="en-US" sz="1800" b="1" i="0" u="none" strike="noStrike" baseline="0" dirty="0">
                <a:latin typeface="Arial" panose="020B0604020202020204" pitchFamily="34" charset="0"/>
              </a:rPr>
              <a:t>UNIT I FOUNDATIONS OF MLOPS &amp; VERSION CONTROL CO1 6 </a:t>
            </a:r>
            <a:r>
              <a:rPr lang="en-US" sz="1800" b="0" i="0" u="none" strike="noStrike" baseline="0" dirty="0">
                <a:latin typeface="Arial" panose="020B0604020202020204" pitchFamily="34" charset="0"/>
              </a:rPr>
              <a:t>	</a:t>
            </a:r>
          </a:p>
          <a:p>
            <a:r>
              <a:rPr lang="en-IN" sz="1800" b="0" i="0" u="none" strike="noStrike" baseline="0" dirty="0">
                <a:latin typeface="Arial" panose="020B0604020202020204" pitchFamily="34" charset="0"/>
              </a:rPr>
              <a:t>Introduction to </a:t>
            </a:r>
            <a:r>
              <a:rPr lang="en-IN" sz="1800" b="0" i="0" u="none" strike="noStrike" baseline="0" dirty="0" err="1">
                <a:latin typeface="Arial" panose="020B0604020202020204" pitchFamily="34" charset="0"/>
              </a:rPr>
              <a:t>MLOps</a:t>
            </a:r>
            <a:r>
              <a:rPr lang="en-IN" sz="1800" b="0" i="0" u="none" strike="noStrike" baseline="0" dirty="0">
                <a:latin typeface="Arial" panose="020B0604020202020204" pitchFamily="34" charset="0"/>
              </a:rPr>
              <a:t> - Need for </a:t>
            </a:r>
            <a:r>
              <a:rPr lang="en-IN" sz="1800" b="0" i="0" u="none" strike="noStrike" baseline="0" dirty="0" err="1">
                <a:latin typeface="Arial" panose="020B0604020202020204" pitchFamily="34" charset="0"/>
              </a:rPr>
              <a:t>MLOps</a:t>
            </a:r>
            <a:r>
              <a:rPr lang="en-IN" sz="1800" b="0" i="0" u="none" strike="noStrike" baseline="0" dirty="0">
                <a:latin typeface="Arial" panose="020B0604020202020204" pitchFamily="34" charset="0"/>
              </a:rPr>
              <a:t> - DevOps vs </a:t>
            </a:r>
            <a:r>
              <a:rPr lang="en-IN" sz="1800" b="0" i="0" u="none" strike="noStrike" baseline="0" dirty="0" err="1">
                <a:latin typeface="Arial" panose="020B0604020202020204" pitchFamily="34" charset="0"/>
              </a:rPr>
              <a:t>MLOps</a:t>
            </a:r>
            <a:r>
              <a:rPr lang="en-IN" sz="1800" b="0" i="0" u="none" strike="noStrike" baseline="0" dirty="0">
                <a:latin typeface="Arial" panose="020B0604020202020204" pitchFamily="34" charset="0"/>
              </a:rPr>
              <a:t> -</a:t>
            </a:r>
            <a:r>
              <a:rPr lang="en-IN" sz="1800" b="0" i="0" u="none" strike="noStrike" baseline="0" dirty="0" err="1">
                <a:latin typeface="Arial" panose="020B0604020202020204" pitchFamily="34" charset="0"/>
              </a:rPr>
              <a:t>MLOps</a:t>
            </a:r>
            <a:r>
              <a:rPr lang="en-IN" sz="1800" b="0" i="0" u="none" strike="noStrike" baseline="0" dirty="0">
                <a:latin typeface="Arial" panose="020B0604020202020204" pitchFamily="34" charset="0"/>
              </a:rPr>
              <a:t> lifecycle stages - Version Control in </a:t>
            </a:r>
            <a:r>
              <a:rPr lang="en-IN" sz="1800" b="0" i="0" u="none" strike="noStrike" baseline="0" dirty="0" err="1">
                <a:latin typeface="Arial" panose="020B0604020202020204" pitchFamily="34" charset="0"/>
              </a:rPr>
              <a:t>MLOps</a:t>
            </a:r>
            <a:r>
              <a:rPr lang="en-IN" sz="1800" b="0" i="0" u="none" strike="noStrike" baseline="0" dirty="0">
                <a:latin typeface="Arial" panose="020B0604020202020204" pitchFamily="34" charset="0"/>
              </a:rPr>
              <a:t> - Code versioning - Data versioning - Model versioning - Environment and Dependency Management - Use of virtual environments - Basics of Docker and </a:t>
            </a:r>
            <a:r>
              <a:rPr lang="en-IN" sz="1800" b="0" i="0" u="none" strike="noStrike" baseline="0" dirty="0" err="1">
                <a:latin typeface="Arial" panose="020B0604020202020204" pitchFamily="34" charset="0"/>
              </a:rPr>
              <a:t>MLOps</a:t>
            </a:r>
            <a:r>
              <a:rPr lang="en-IN" sz="1800" b="0" i="0" u="none" strike="noStrike" baseline="0" dirty="0">
                <a:latin typeface="Arial" panose="020B0604020202020204" pitchFamily="34" charset="0"/>
              </a:rPr>
              <a:t> pipelines.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7BD0BB-DD9F-9019-6F58-0C992E9D5838}"/>
              </a:ext>
            </a:extLst>
          </p:cNvPr>
          <p:cNvSpPr>
            <a:spLocks noGrp="1"/>
          </p:cNvSpPr>
          <p:nvPr>
            <p:ph idx="1"/>
          </p:nvPr>
        </p:nvSpPr>
        <p:spPr>
          <a:xfrm>
            <a:off x="1143000" y="1233600"/>
            <a:ext cx="9905999" cy="5363143"/>
          </a:xfrm>
        </p:spPr>
        <p:txBody>
          <a:bodyPr>
            <a:normAutofit/>
          </a:bodyPr>
          <a:lstStyle/>
          <a:p>
            <a:pPr marL="0" indent="0">
              <a:buNone/>
            </a:pPr>
            <a:r>
              <a:rPr lang="en-IN" sz="3600" dirty="0"/>
              <a:t>How many AI applications have you used today?</a:t>
            </a:r>
          </a:p>
          <a:p>
            <a:pPr marL="0" indent="0">
              <a:buNone/>
            </a:pPr>
            <a:endParaRPr lang="en-IN" sz="3600" dirty="0"/>
          </a:p>
          <a:p>
            <a:pPr marL="0" indent="0">
              <a:buNone/>
            </a:pPr>
            <a:r>
              <a:rPr lang="en-IN" sz="3600" dirty="0"/>
              <a:t>Do you think these companies train their machine learning model once and forget about it?</a:t>
            </a:r>
          </a:p>
          <a:p>
            <a:pPr marL="0" indent="0">
              <a:buNone/>
            </a:pPr>
            <a:endParaRPr lang="en-IN" sz="3600" dirty="0"/>
          </a:p>
          <a:p>
            <a:pPr marL="0" indent="0">
              <a:buNone/>
            </a:pPr>
            <a:r>
              <a:rPr lang="en-IN" sz="3600" dirty="0"/>
              <a:t>What happens if user </a:t>
            </a:r>
            <a:r>
              <a:rPr lang="en-IN" sz="3600" dirty="0" err="1"/>
              <a:t>behavior</a:t>
            </a:r>
            <a:r>
              <a:rPr lang="en-IN" sz="3600" dirty="0"/>
              <a:t> changes? What happens if new data arrives every day?</a:t>
            </a:r>
          </a:p>
        </p:txBody>
      </p:sp>
    </p:spTree>
    <p:extLst>
      <p:ext uri="{BB962C8B-B14F-4D97-AF65-F5344CB8AC3E}">
        <p14:creationId xmlns:p14="http://schemas.microsoft.com/office/powerpoint/2010/main" val="2423847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9BAAE-7B58-E66B-79C0-225D000BD6B4}"/>
              </a:ext>
            </a:extLst>
          </p:cNvPr>
          <p:cNvSpPr>
            <a:spLocks noGrp="1"/>
          </p:cNvSpPr>
          <p:nvPr>
            <p:ph type="title"/>
          </p:nvPr>
        </p:nvSpPr>
        <p:spPr>
          <a:xfrm>
            <a:off x="1010783" y="-142498"/>
            <a:ext cx="9905998" cy="1025225"/>
          </a:xfrm>
        </p:spPr>
        <p:txBody>
          <a:bodyPr>
            <a:normAutofit/>
          </a:bodyPr>
          <a:lstStyle/>
          <a:p>
            <a:pPr algn="ctr"/>
            <a:r>
              <a:rPr lang="en-US" dirty="0">
                <a:latin typeface="Times New Roman" panose="02020603050405020304" pitchFamily="18" charset="0"/>
                <a:cs typeface="Times New Roman" panose="02020603050405020304" pitchFamily="18" charset="0"/>
              </a:rPr>
              <a:t>Scenario:1</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A10282-3DF8-7146-80CC-B845B2827107}"/>
              </a:ext>
            </a:extLst>
          </p:cNvPr>
          <p:cNvSpPr>
            <a:spLocks noGrp="1"/>
          </p:cNvSpPr>
          <p:nvPr>
            <p:ph idx="1"/>
          </p:nvPr>
        </p:nvSpPr>
        <p:spPr>
          <a:xfrm>
            <a:off x="1141412" y="691242"/>
            <a:ext cx="10190617" cy="5475515"/>
          </a:xfrm>
        </p:spPr>
        <p:txBody>
          <a:bodyPr>
            <a:noAutofit/>
          </a:bodyPr>
          <a:lstStyle/>
          <a:p>
            <a:pPr marL="0" indent="0">
              <a:buNone/>
            </a:pPr>
            <a:r>
              <a:rPr lang="en-IN" sz="2800" dirty="0">
                <a:solidFill>
                  <a:srgbClr val="FFFF00"/>
                </a:solidFill>
                <a:latin typeface="Times New Roman" panose="02020603050405020304" pitchFamily="18" charset="0"/>
                <a:cs typeface="Times New Roman" panose="02020603050405020304" pitchFamily="18" charset="0"/>
              </a:rPr>
              <a:t>Food Delivery App</a:t>
            </a:r>
          </a:p>
          <a:p>
            <a:pPr marL="0" indent="0">
              <a:buNone/>
            </a:pPr>
            <a:r>
              <a:rPr lang="en-IN" sz="2800" dirty="0">
                <a:latin typeface="Times New Roman" panose="02020603050405020304" pitchFamily="18" charset="0"/>
                <a:cs typeface="Times New Roman" panose="02020603050405020304" pitchFamily="18" charset="0"/>
              </a:rPr>
              <a:t>A food delivery company has developed a machine learning model to predict the delivery time for each order. Initially, the model is 95% accurate. After six months, the company notices that customers are receiving incorrect delivery time estimates because of new restaurants, increased traffic, and changing weather conditions.</a:t>
            </a:r>
          </a:p>
          <a:p>
            <a:pPr marL="0" indent="0">
              <a:buNone/>
            </a:pPr>
            <a:r>
              <a:rPr lang="en-IN" sz="2800" dirty="0">
                <a:latin typeface="Times New Roman" panose="02020603050405020304" pitchFamily="18" charset="0"/>
                <a:cs typeface="Times New Roman" panose="02020603050405020304" pitchFamily="18" charset="0"/>
              </a:rPr>
              <a:t>Questions:</a:t>
            </a:r>
          </a:p>
          <a:p>
            <a:pPr marL="0" indent="0">
              <a:buNone/>
            </a:pPr>
            <a:r>
              <a:rPr lang="en-IN" sz="2800" dirty="0">
                <a:latin typeface="Times New Roman" panose="02020603050405020304" pitchFamily="18" charset="0"/>
                <a:cs typeface="Times New Roman" panose="02020603050405020304" pitchFamily="18" charset="0"/>
              </a:rPr>
              <a:t>1. Why do you think the model's predictions became less accurate over time? </a:t>
            </a:r>
          </a:p>
          <a:p>
            <a:pPr marL="0" indent="0">
              <a:buNone/>
            </a:pPr>
            <a:r>
              <a:rPr lang="en-IN" sz="2800" dirty="0">
                <a:latin typeface="Times New Roman" panose="02020603050405020304" pitchFamily="18" charset="0"/>
                <a:cs typeface="Times New Roman" panose="02020603050405020304" pitchFamily="18" charset="0"/>
              </a:rPr>
              <a:t>2. If you were the ML engineer, what steps would you take to keep the model accurate without building it from scratch every month?</a:t>
            </a:r>
          </a:p>
        </p:txBody>
      </p:sp>
    </p:spTree>
    <p:extLst>
      <p:ext uri="{BB962C8B-B14F-4D97-AF65-F5344CB8AC3E}">
        <p14:creationId xmlns:p14="http://schemas.microsoft.com/office/powerpoint/2010/main" val="3383295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B6ED1-D29D-6359-AA10-855C34421E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F9303D-0A4F-3394-2905-0227FC7A1B88}"/>
              </a:ext>
            </a:extLst>
          </p:cNvPr>
          <p:cNvSpPr>
            <a:spLocks noGrp="1"/>
          </p:cNvSpPr>
          <p:nvPr>
            <p:ph type="title"/>
          </p:nvPr>
        </p:nvSpPr>
        <p:spPr>
          <a:xfrm>
            <a:off x="1010783" y="-142498"/>
            <a:ext cx="9905998" cy="1025225"/>
          </a:xfrm>
        </p:spPr>
        <p:txBody>
          <a:bodyPr>
            <a:normAutofit/>
          </a:bodyPr>
          <a:lstStyle/>
          <a:p>
            <a:pPr algn="ctr"/>
            <a:r>
              <a:rPr lang="en-US" dirty="0">
                <a:latin typeface="Times New Roman" panose="02020603050405020304" pitchFamily="18" charset="0"/>
                <a:cs typeface="Times New Roman" panose="02020603050405020304" pitchFamily="18" charset="0"/>
              </a:rPr>
              <a:t>Scenario:2</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64F20EE-DDA0-F5FB-3A9F-485ECA614676}"/>
              </a:ext>
            </a:extLst>
          </p:cNvPr>
          <p:cNvSpPr>
            <a:spLocks noGrp="1"/>
          </p:cNvSpPr>
          <p:nvPr>
            <p:ph idx="1"/>
          </p:nvPr>
        </p:nvSpPr>
        <p:spPr>
          <a:xfrm>
            <a:off x="1141412" y="691242"/>
            <a:ext cx="10190617" cy="5475515"/>
          </a:xfrm>
        </p:spPr>
        <p:txBody>
          <a:bodyPr>
            <a:noAutofit/>
          </a:bodyPr>
          <a:lstStyle/>
          <a:p>
            <a:pPr marL="0" indent="0">
              <a:buNone/>
            </a:pPr>
            <a:r>
              <a:rPr lang="en-IN" sz="2800" dirty="0">
                <a:solidFill>
                  <a:srgbClr val="FFFF00"/>
                </a:solidFill>
                <a:latin typeface="Times New Roman" panose="02020603050405020304" pitchFamily="18" charset="0"/>
                <a:cs typeface="Times New Roman" panose="02020603050405020304" pitchFamily="18" charset="0"/>
              </a:rPr>
              <a:t>Hospital Disease Prediction System:</a:t>
            </a:r>
          </a:p>
          <a:p>
            <a:pPr marL="0" indent="0">
              <a:buNone/>
            </a:pPr>
            <a:r>
              <a:rPr lang="en-IN" sz="2800" dirty="0">
                <a:latin typeface="Times New Roman" panose="02020603050405020304" pitchFamily="18" charset="0"/>
                <a:cs typeface="Times New Roman" panose="02020603050405020304" pitchFamily="18" charset="0"/>
              </a:rPr>
              <a:t>A hospital uses a machine learning model to predict whether patients are at risk of heart disease. The model was trained using data collected in 2022. By 2026, patients' lifestyles, treatments, and medical practices have changed, and doctors observe that the model is making more incorrect predictions</a:t>
            </a:r>
          </a:p>
          <a:p>
            <a:pPr marL="0" indent="0">
              <a:buNone/>
            </a:pPr>
            <a:r>
              <a:rPr lang="en-IN" sz="2800" dirty="0">
                <a:latin typeface="Times New Roman" panose="02020603050405020304" pitchFamily="18" charset="0"/>
                <a:cs typeface="Times New Roman" panose="02020603050405020304" pitchFamily="18" charset="0"/>
              </a:rPr>
              <a:t>Questions:</a:t>
            </a:r>
          </a:p>
          <a:p>
            <a:pPr marL="514350" indent="-514350">
              <a:buAutoNum type="arabicPeriod"/>
            </a:pPr>
            <a:r>
              <a:rPr lang="en-IN" sz="2800" dirty="0">
                <a:latin typeface="Times New Roman" panose="02020603050405020304" pitchFamily="18" charset="0"/>
                <a:cs typeface="Times New Roman" panose="02020603050405020304" pitchFamily="18" charset="0"/>
              </a:rPr>
              <a:t>Should the hospital continue using the old model? Why or why not? </a:t>
            </a:r>
          </a:p>
          <a:p>
            <a:pPr marL="514350" indent="-514350">
              <a:buAutoNum type="arabicPeriod"/>
            </a:pPr>
            <a:r>
              <a:rPr lang="en-IN" sz="2800" dirty="0">
                <a:latin typeface="Times New Roman" panose="02020603050405020304" pitchFamily="18" charset="0"/>
                <a:cs typeface="Times New Roman" panose="02020603050405020304" pitchFamily="18" charset="0"/>
              </a:rPr>
              <a:t>What process should be followed to ensure the model remains reliable and safe for patients?</a:t>
            </a:r>
          </a:p>
        </p:txBody>
      </p:sp>
    </p:spTree>
    <p:extLst>
      <p:ext uri="{BB962C8B-B14F-4D97-AF65-F5344CB8AC3E}">
        <p14:creationId xmlns:p14="http://schemas.microsoft.com/office/powerpoint/2010/main" val="3354841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7FD-476F-A770-5239-C186C7D3ECA9}"/>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Introduction to MLOPS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3784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977640-5E64-5752-F34B-B70372E7146D}"/>
              </a:ext>
            </a:extLst>
          </p:cNvPr>
          <p:cNvSpPr>
            <a:spLocks noGrp="1"/>
          </p:cNvSpPr>
          <p:nvPr>
            <p:ph idx="1"/>
          </p:nvPr>
        </p:nvSpPr>
        <p:spPr>
          <a:xfrm>
            <a:off x="1272040" y="1525966"/>
            <a:ext cx="9905999" cy="5148944"/>
          </a:xfrm>
        </p:spPr>
        <p:txBody>
          <a:bodyPr>
            <a:normAutofit/>
          </a:bodyPr>
          <a:lstStyle/>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Introduction to MLOPS</a:t>
            </a:r>
          </a:p>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Need for MLOPS</a:t>
            </a:r>
          </a:p>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DevOps Vs MLOPS</a:t>
            </a:r>
          </a:p>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MLOPS lifecycle stages</a:t>
            </a:r>
            <a:endParaRPr lang="en-IN" sz="3200"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4A1F6471-9398-F9C0-0261-EC8DCAE82454}"/>
              </a:ext>
            </a:extLst>
          </p:cNvPr>
          <p:cNvSpPr>
            <a:spLocks noGrp="1"/>
          </p:cNvSpPr>
          <p:nvPr>
            <p:ph type="title"/>
          </p:nvPr>
        </p:nvSpPr>
        <p:spPr>
          <a:xfrm>
            <a:off x="1141413" y="183090"/>
            <a:ext cx="9905998" cy="1242939"/>
          </a:xfrm>
        </p:spPr>
        <p:txBody>
          <a:bodyPr/>
          <a:lstStyle/>
          <a:p>
            <a:pPr algn="ctr"/>
            <a:r>
              <a:rPr lang="en-US" dirty="0">
                <a:latin typeface="Times New Roman" panose="02020603050405020304" pitchFamily="18" charset="0"/>
                <a:cs typeface="Times New Roman" panose="02020603050405020304" pitchFamily="18" charset="0"/>
              </a:rPr>
              <a:t>OBJECTIVES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2495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6EFD4-97FA-7296-B01E-AE0D40977741}"/>
              </a:ext>
            </a:extLst>
          </p:cNvPr>
          <p:cNvSpPr>
            <a:spLocks noGrp="1"/>
          </p:cNvSpPr>
          <p:nvPr>
            <p:ph type="title"/>
          </p:nvPr>
        </p:nvSpPr>
        <p:spPr>
          <a:xfrm>
            <a:off x="1141412" y="88029"/>
            <a:ext cx="9905998" cy="1327114"/>
          </a:xfrm>
        </p:spPr>
        <p:txBody>
          <a:bodyPr/>
          <a:lstStyle/>
          <a:p>
            <a:pPr algn="ctr"/>
            <a:r>
              <a:rPr lang="en-US" dirty="0">
                <a:latin typeface="Times New Roman" panose="02020603050405020304" pitchFamily="18" charset="0"/>
                <a:cs typeface="Times New Roman" panose="02020603050405020304" pitchFamily="18" charset="0"/>
              </a:rPr>
              <a:t>INTRODUCTION TO MLOPS</a:t>
            </a:r>
            <a:endParaRPr lang="en-IN" dirty="0"/>
          </a:p>
        </p:txBody>
      </p:sp>
      <p:sp>
        <p:nvSpPr>
          <p:cNvPr id="3" name="Content Placeholder 2">
            <a:extLst>
              <a:ext uri="{FF2B5EF4-FFF2-40B4-BE49-F238E27FC236}">
                <a16:creationId xmlns:a16="http://schemas.microsoft.com/office/drawing/2014/main" id="{C1403CF1-C3D1-58A3-4C38-E022E887C539}"/>
              </a:ext>
            </a:extLst>
          </p:cNvPr>
          <p:cNvSpPr>
            <a:spLocks noGrp="1"/>
          </p:cNvSpPr>
          <p:nvPr>
            <p:ph idx="1"/>
          </p:nvPr>
        </p:nvSpPr>
        <p:spPr>
          <a:xfrm>
            <a:off x="1141412" y="1317171"/>
            <a:ext cx="9905999" cy="4474030"/>
          </a:xfrm>
        </p:spPr>
        <p:txBody>
          <a:bodyPr>
            <a:normAutofit/>
          </a:bodyPr>
          <a:lstStyle/>
          <a:p>
            <a:pPr marL="0" indent="0">
              <a:buNone/>
            </a:pPr>
            <a:r>
              <a:rPr lang="en-IN" sz="3200" dirty="0" err="1"/>
              <a:t>MLOps</a:t>
            </a:r>
            <a:r>
              <a:rPr lang="en-IN" sz="3200" dirty="0"/>
              <a:t> = Machine Learning + DevOps</a:t>
            </a:r>
          </a:p>
          <a:p>
            <a:pPr marL="0" indent="0">
              <a:buNone/>
            </a:pPr>
            <a:r>
              <a:rPr lang="en-IN" sz="3200" b="1" dirty="0"/>
              <a:t>Machine Learning</a:t>
            </a:r>
            <a:r>
              <a:rPr lang="en-IN" sz="3200" dirty="0"/>
              <a:t> builds intelligent models. </a:t>
            </a:r>
          </a:p>
          <a:p>
            <a:pPr marL="0" indent="0">
              <a:buNone/>
            </a:pPr>
            <a:r>
              <a:rPr lang="en-IN" sz="3200" b="1" dirty="0"/>
              <a:t>DevOps</a:t>
            </a:r>
            <a:r>
              <a:rPr lang="en-IN" sz="3200" dirty="0"/>
              <a:t> automates software development and deployment.</a:t>
            </a:r>
          </a:p>
          <a:p>
            <a:pPr marL="0" indent="0">
              <a:buNone/>
            </a:pPr>
            <a:r>
              <a:rPr lang="en-IN" sz="3200" b="1" dirty="0" err="1"/>
              <a:t>MLOps</a:t>
            </a:r>
            <a:r>
              <a:rPr lang="en-IN" sz="3200" dirty="0"/>
              <a:t> applies similar automation and collaboration principles to machine learning systems.</a:t>
            </a:r>
          </a:p>
        </p:txBody>
      </p:sp>
    </p:spTree>
    <p:extLst>
      <p:ext uri="{BB962C8B-B14F-4D97-AF65-F5344CB8AC3E}">
        <p14:creationId xmlns:p14="http://schemas.microsoft.com/office/powerpoint/2010/main" val="1828194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2CDA2-9D19-DC15-B0FF-5944FD3B565B}"/>
              </a:ext>
            </a:extLst>
          </p:cNvPr>
          <p:cNvSpPr>
            <a:spLocks noGrp="1"/>
          </p:cNvSpPr>
          <p:nvPr>
            <p:ph type="title"/>
          </p:nvPr>
        </p:nvSpPr>
        <p:spPr>
          <a:xfrm>
            <a:off x="1141413" y="183091"/>
            <a:ext cx="9905998" cy="949024"/>
          </a:xfrm>
        </p:spPr>
        <p:txBody>
          <a:bodyPr/>
          <a:lstStyle/>
          <a:p>
            <a:pPr algn="ctr"/>
            <a:r>
              <a:rPr lang="en-US" dirty="0">
                <a:latin typeface="Times New Roman" panose="02020603050405020304" pitchFamily="18" charset="0"/>
                <a:cs typeface="Times New Roman" panose="02020603050405020304" pitchFamily="18" charset="0"/>
              </a:rPr>
              <a:t>INTRODUCTION TO MLOPS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CD61456-E9C3-7E36-AB4C-745FD176A15C}"/>
              </a:ext>
            </a:extLst>
          </p:cNvPr>
          <p:cNvSpPr>
            <a:spLocks noGrp="1"/>
          </p:cNvSpPr>
          <p:nvPr>
            <p:ph idx="1"/>
          </p:nvPr>
        </p:nvSpPr>
        <p:spPr>
          <a:xfrm>
            <a:off x="1141413" y="1132115"/>
            <a:ext cx="9905999" cy="5388428"/>
          </a:xfrm>
        </p:spPr>
        <p:txBody>
          <a:bodyPr>
            <a:normAutofit fontScale="92500" lnSpcReduction="10000"/>
          </a:bodyPr>
          <a:lstStyle/>
          <a:p>
            <a:pPr>
              <a:buFont typeface="Wingdings" panose="05000000000000000000" pitchFamily="2" charset="2"/>
              <a:buChar char="§"/>
            </a:pPr>
            <a:r>
              <a:rPr lang="en-IN" sz="3200" dirty="0">
                <a:latin typeface="Times New Roman" panose="02020603050405020304" pitchFamily="18" charset="0"/>
                <a:cs typeface="Times New Roman" panose="02020603050405020304" pitchFamily="18" charset="0"/>
              </a:rPr>
              <a:t>MLOPS - to automate, standardize, and manage the lifecycle of machine learning models using DevOps principles.</a:t>
            </a:r>
          </a:p>
          <a:p>
            <a:pPr>
              <a:buFont typeface="Wingdings" panose="05000000000000000000" pitchFamily="2" charset="2"/>
              <a:buChar char="§"/>
            </a:pPr>
            <a:r>
              <a:rPr lang="en-IN" sz="3200" dirty="0">
                <a:latin typeface="Times New Roman" panose="02020603050405020304" pitchFamily="18" charset="0"/>
                <a:cs typeface="Times New Roman" panose="02020603050405020304" pitchFamily="18" charset="0"/>
              </a:rPr>
              <a:t>to automate the entire lifecycle of machine learning models from development to deployment and monitoring.</a:t>
            </a:r>
          </a:p>
          <a:p>
            <a:pPr>
              <a:buFont typeface="Wingdings" panose="05000000000000000000" pitchFamily="2" charset="2"/>
              <a:buChar char="§"/>
            </a:pPr>
            <a:r>
              <a:rPr lang="en-IN" sz="3200" dirty="0">
                <a:latin typeface="Times New Roman" panose="02020603050405020304" pitchFamily="18" charset="0"/>
                <a:cs typeface="Times New Roman" panose="02020603050405020304" pitchFamily="18" charset="0"/>
              </a:rPr>
              <a:t>set of practices that combines</a:t>
            </a:r>
          </a:p>
          <a:p>
            <a:pPr marL="0" indent="0">
              <a:buNone/>
            </a:pPr>
            <a:r>
              <a:rPr lang="en-IN" sz="3200" dirty="0">
                <a:latin typeface="Times New Roman" panose="02020603050405020304" pitchFamily="18" charset="0"/>
                <a:cs typeface="Times New Roman" panose="02020603050405020304" pitchFamily="18" charset="0"/>
              </a:rPr>
              <a:t>		Machine Learning </a:t>
            </a:r>
          </a:p>
          <a:p>
            <a:pPr marL="0" indent="0">
              <a:buNone/>
            </a:pPr>
            <a:r>
              <a:rPr lang="en-IN" sz="3200" dirty="0">
                <a:latin typeface="Times New Roman" panose="02020603050405020304" pitchFamily="18" charset="0"/>
                <a:cs typeface="Times New Roman" panose="02020603050405020304" pitchFamily="18" charset="0"/>
              </a:rPr>
              <a:t>		DevOps </a:t>
            </a:r>
          </a:p>
          <a:p>
            <a:pPr marL="0" indent="0">
              <a:buNone/>
            </a:pPr>
            <a:r>
              <a:rPr lang="en-IN" sz="3200" dirty="0">
                <a:latin typeface="Times New Roman" panose="02020603050405020304" pitchFamily="18" charset="0"/>
                <a:cs typeface="Times New Roman" panose="02020603050405020304" pitchFamily="18" charset="0"/>
              </a:rPr>
              <a:t>		Data Engineering </a:t>
            </a:r>
          </a:p>
          <a:p>
            <a:pPr marL="0" indent="0">
              <a:buNone/>
            </a:pPr>
            <a:r>
              <a:rPr lang="en-IN" sz="3200" dirty="0">
                <a:latin typeface="Times New Roman" panose="02020603050405020304" pitchFamily="18" charset="0"/>
                <a:cs typeface="Times New Roman" panose="02020603050405020304" pitchFamily="18" charset="0"/>
              </a:rPr>
              <a:t>		Software Engineering</a:t>
            </a:r>
          </a:p>
          <a:p>
            <a:pPr>
              <a:buFont typeface="Wingdings" panose="05000000000000000000" pitchFamily="2" charset="2"/>
              <a:buChar char="§"/>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4848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E1990-C0C2-4B16-83DA-56E11F46777C}"/>
              </a:ext>
            </a:extLst>
          </p:cNvPr>
          <p:cNvSpPr>
            <a:spLocks noGrp="1"/>
          </p:cNvSpPr>
          <p:nvPr>
            <p:ph type="title"/>
          </p:nvPr>
        </p:nvSpPr>
        <p:spPr>
          <a:xfrm>
            <a:off x="1141412" y="139547"/>
            <a:ext cx="9905998" cy="1036110"/>
          </a:xfrm>
        </p:spPr>
        <p:txBody>
          <a:bodyPr/>
          <a:lstStyle/>
          <a:p>
            <a:pPr algn="ctr"/>
            <a:r>
              <a:rPr lang="en-US" dirty="0">
                <a:latin typeface="Times New Roman" panose="02020603050405020304" pitchFamily="18" charset="0"/>
                <a:cs typeface="Times New Roman" panose="02020603050405020304" pitchFamily="18" charset="0"/>
              </a:rPr>
              <a:t>ROLES IN Machine learning LIFECYCLE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17298E-0A1D-8A18-24F4-C868B224FBEE}"/>
              </a:ext>
            </a:extLst>
          </p:cNvPr>
          <p:cNvSpPr>
            <a:spLocks noGrp="1"/>
          </p:cNvSpPr>
          <p:nvPr>
            <p:ph idx="1"/>
          </p:nvPr>
        </p:nvSpPr>
        <p:spPr>
          <a:xfrm>
            <a:off x="1141411" y="1752600"/>
            <a:ext cx="9905999" cy="5695196"/>
          </a:xfrm>
        </p:spPr>
        <p:txBody>
          <a:bodyPr>
            <a:normAutofit/>
          </a:bodyPr>
          <a:lstStyle/>
          <a:p>
            <a:pPr marL="0" indent="0">
              <a:buNone/>
            </a:pPr>
            <a:r>
              <a:rPr lang="en-US" sz="3200" dirty="0">
                <a:latin typeface="Times New Roman" panose="02020603050405020304" pitchFamily="18" charset="0"/>
                <a:cs typeface="Times New Roman" panose="02020603050405020304" pitchFamily="18" charset="0"/>
              </a:rPr>
              <a:t>Product Manager – Defines insights and objectives</a:t>
            </a:r>
          </a:p>
          <a:p>
            <a:pPr marL="0" indent="0">
              <a:buNone/>
            </a:pPr>
            <a:r>
              <a:rPr lang="en-US" sz="3200" dirty="0">
                <a:latin typeface="Times New Roman" panose="02020603050405020304" pitchFamily="18" charset="0"/>
                <a:cs typeface="Times New Roman" panose="02020603050405020304" pitchFamily="18" charset="0"/>
              </a:rPr>
              <a:t>Data Analyst – Queries and Analyzes</a:t>
            </a:r>
          </a:p>
          <a:p>
            <a:pPr marL="0" indent="0">
              <a:buNone/>
            </a:pPr>
            <a:r>
              <a:rPr lang="en-US" sz="3200" dirty="0">
                <a:latin typeface="Times New Roman" panose="02020603050405020304" pitchFamily="18" charset="0"/>
                <a:cs typeface="Times New Roman" panose="02020603050405020304" pitchFamily="18" charset="0"/>
              </a:rPr>
              <a:t>Data Engineer -  Gets clean and useful data</a:t>
            </a:r>
          </a:p>
          <a:p>
            <a:pPr marL="0" indent="0">
              <a:buNone/>
            </a:pPr>
            <a:r>
              <a:rPr lang="en-US" sz="3200" dirty="0">
                <a:latin typeface="Times New Roman" panose="02020603050405020304" pitchFamily="18" charset="0"/>
                <a:cs typeface="Times New Roman" panose="02020603050405020304" pitchFamily="18" charset="0"/>
              </a:rPr>
              <a:t>Data Scientist – Verifies that models work</a:t>
            </a:r>
          </a:p>
          <a:p>
            <a:pPr marL="0" indent="0">
              <a:buNone/>
            </a:pPr>
            <a:r>
              <a:rPr lang="en-US" sz="3200" dirty="0">
                <a:latin typeface="Times New Roman" panose="02020603050405020304" pitchFamily="18" charset="0"/>
                <a:cs typeface="Times New Roman" panose="02020603050405020304" pitchFamily="18" charset="0"/>
              </a:rPr>
              <a:t>ML Developer – Creates Intelligent Applications</a:t>
            </a:r>
          </a:p>
          <a:p>
            <a:pPr marL="0" indent="0">
              <a:buNone/>
            </a:pPr>
            <a:r>
              <a:rPr lang="en-US" sz="3200" dirty="0">
                <a:latin typeface="Times New Roman" panose="02020603050405020304" pitchFamily="18" charset="0"/>
                <a:cs typeface="Times New Roman" panose="02020603050405020304" pitchFamily="18" charset="0"/>
              </a:rPr>
              <a:t>ML Engineer – Deploys models into production</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2584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C71198A-4081-5191-2590-68895F70217A}"/>
              </a:ext>
            </a:extLst>
          </p:cNvPr>
          <p:cNvPicPr>
            <a:picLocks noGrp="1" noChangeAspect="1"/>
          </p:cNvPicPr>
          <p:nvPr>
            <p:ph idx="1"/>
          </p:nvPr>
        </p:nvPicPr>
        <p:blipFill>
          <a:blip r:embed="rId2"/>
          <a:stretch>
            <a:fillRect/>
          </a:stretch>
        </p:blipFill>
        <p:spPr>
          <a:xfrm>
            <a:off x="1524000" y="82682"/>
            <a:ext cx="9786257" cy="6775317"/>
          </a:xfrm>
          <a:prstGeom prst="rect">
            <a:avLst/>
          </a:prstGeom>
        </p:spPr>
      </p:pic>
    </p:spTree>
    <p:extLst>
      <p:ext uri="{BB962C8B-B14F-4D97-AF65-F5344CB8AC3E}">
        <p14:creationId xmlns:p14="http://schemas.microsoft.com/office/powerpoint/2010/main" val="162054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3DF9F-0A65-754D-9650-15C40CB7E5F0}"/>
              </a:ext>
            </a:extLst>
          </p:cNvPr>
          <p:cNvSpPr>
            <a:spLocks noGrp="1"/>
          </p:cNvSpPr>
          <p:nvPr>
            <p:ph type="title"/>
          </p:nvPr>
        </p:nvSpPr>
        <p:spPr>
          <a:xfrm>
            <a:off x="1065213" y="0"/>
            <a:ext cx="9905998" cy="914400"/>
          </a:xfrm>
        </p:spPr>
        <p:txBody>
          <a:bodyPr>
            <a:normAutofit/>
          </a:bodyPr>
          <a:lstStyle/>
          <a:p>
            <a:pPr algn="ctr"/>
            <a:r>
              <a:rPr lang="en-US" sz="3200" dirty="0">
                <a:latin typeface="Times New Roman" panose="02020603050405020304" pitchFamily="18" charset="0"/>
                <a:cs typeface="Times New Roman" panose="02020603050405020304" pitchFamily="18" charset="0"/>
              </a:rPr>
              <a:t>ML Practitioner challenges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6C8104-53B0-88B0-613B-2AC51598B5EE}"/>
              </a:ext>
            </a:extLst>
          </p:cNvPr>
          <p:cNvSpPr>
            <a:spLocks noGrp="1"/>
          </p:cNvSpPr>
          <p:nvPr>
            <p:ph idx="1"/>
          </p:nvPr>
        </p:nvSpPr>
        <p:spPr>
          <a:xfrm>
            <a:off x="881744" y="914400"/>
            <a:ext cx="10668000" cy="5791200"/>
          </a:xfrm>
        </p:spPr>
        <p:txBody>
          <a:bodyPr/>
          <a:lstStyle/>
          <a:p>
            <a:pPr>
              <a:buFont typeface="Wingdings" panose="05000000000000000000" pitchFamily="2" charset="2"/>
              <a:buChar char="§"/>
            </a:pPr>
            <a:r>
              <a:rPr lang="en-US" sz="3200" dirty="0">
                <a:solidFill>
                  <a:srgbClr val="FFFF00"/>
                </a:solidFill>
                <a:latin typeface="Times New Roman" panose="02020603050405020304" pitchFamily="18" charset="0"/>
                <a:cs typeface="Times New Roman" panose="02020603050405020304" pitchFamily="18" charset="0"/>
              </a:rPr>
              <a:t>Keeping track of different versions</a:t>
            </a:r>
            <a:r>
              <a:rPr lang="en-US" sz="3200" dirty="0">
                <a:latin typeface="Times New Roman" panose="02020603050405020304" pitchFamily="18" charset="0"/>
                <a:cs typeface="Times New Roman" panose="02020603050405020304" pitchFamily="18" charset="0"/>
              </a:rPr>
              <a:t> – complex data architectures, hyper parameters and experiments</a:t>
            </a:r>
          </a:p>
          <a:p>
            <a:pPr>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Controlling versions of models, </a:t>
            </a:r>
            <a:r>
              <a:rPr lang="en-US" sz="3200" dirty="0">
                <a:solidFill>
                  <a:srgbClr val="FFFF00"/>
                </a:solidFill>
                <a:latin typeface="Times New Roman" panose="02020603050405020304" pitchFamily="18" charset="0"/>
                <a:cs typeface="Times New Roman" panose="02020603050405020304" pitchFamily="18" charset="0"/>
              </a:rPr>
              <a:t>different training procedure parameters, and performance metrics</a:t>
            </a:r>
          </a:p>
          <a:p>
            <a:pPr>
              <a:buFont typeface="Wingdings" panose="05000000000000000000" pitchFamily="2" charset="2"/>
              <a:buChar char="§"/>
            </a:pPr>
            <a:r>
              <a:rPr lang="en-US" sz="3200" dirty="0">
                <a:solidFill>
                  <a:srgbClr val="FFFF00"/>
                </a:solidFill>
                <a:latin typeface="Times New Roman" panose="02020603050405020304" pitchFamily="18" charset="0"/>
                <a:cs typeface="Times New Roman" panose="02020603050405020304" pitchFamily="18" charset="0"/>
              </a:rPr>
              <a:t>Pin pointing best performing model</a:t>
            </a:r>
          </a:p>
          <a:p>
            <a:pPr>
              <a:buFont typeface="Wingdings" panose="05000000000000000000" pitchFamily="2" charset="2"/>
              <a:buChar char="§"/>
            </a:pPr>
            <a:r>
              <a:rPr lang="en-US" sz="3200" dirty="0">
                <a:solidFill>
                  <a:srgbClr val="FFFF00"/>
                </a:solidFill>
                <a:latin typeface="Times New Roman" panose="02020603050405020304" pitchFamily="18" charset="0"/>
                <a:cs typeface="Times New Roman" panose="02020603050405020304" pitchFamily="18" charset="0"/>
              </a:rPr>
              <a:t>Collaborating with data scientists, data engineers, Application developer, Business developers, Business users</a:t>
            </a:r>
          </a:p>
          <a:p>
            <a:pPr>
              <a:buFont typeface="Wingdings" panose="05000000000000000000" pitchFamily="2" charset="2"/>
              <a:buChar char="§"/>
            </a:pPr>
            <a:r>
              <a:rPr lang="en-US" sz="3200" dirty="0">
                <a:solidFill>
                  <a:srgbClr val="FFFF00"/>
                </a:solidFill>
                <a:latin typeface="Times New Roman" panose="02020603050405020304" pitchFamily="18" charset="0"/>
                <a:cs typeface="Times New Roman" panose="02020603050405020304" pitchFamily="18" charset="0"/>
              </a:rPr>
              <a:t>Reproducibility</a:t>
            </a:r>
            <a:r>
              <a:rPr lang="en-US" sz="3200" dirty="0">
                <a:latin typeface="Times New Roman" panose="02020603050405020304" pitchFamily="18" charset="0"/>
                <a:cs typeface="Times New Roman" panose="02020603050405020304" pitchFamily="18" charset="0"/>
              </a:rPr>
              <a:t> – model is less reproduced</a:t>
            </a:r>
          </a:p>
          <a:p>
            <a:pPr>
              <a:buFont typeface="Wingdings" panose="05000000000000000000" pitchFamily="2" charset="2"/>
              <a:buChar char="§"/>
            </a:pPr>
            <a:endParaRPr lang="en-US" sz="3200" dirty="0"/>
          </a:p>
          <a:p>
            <a:pPr>
              <a:buFont typeface="Wingdings" panose="05000000000000000000" pitchFamily="2" charset="2"/>
              <a:buChar char="§"/>
            </a:pPr>
            <a:endParaRPr lang="en-US" sz="3200" dirty="0"/>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052885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DA18-D115-9290-5462-0D6FDAB08765}"/>
              </a:ext>
            </a:extLst>
          </p:cNvPr>
          <p:cNvSpPr>
            <a:spLocks noGrp="1"/>
          </p:cNvSpPr>
          <p:nvPr>
            <p:ph type="title"/>
          </p:nvPr>
        </p:nvSpPr>
        <p:spPr>
          <a:xfrm>
            <a:off x="1141413" y="0"/>
            <a:ext cx="9905998" cy="1066799"/>
          </a:xfrm>
        </p:spPr>
        <p:txBody>
          <a:bodyPr/>
          <a:lstStyle/>
          <a:p>
            <a:pPr algn="ctr"/>
            <a:r>
              <a:rPr lang="en-US" dirty="0">
                <a:latin typeface="Times New Roman" panose="02020603050405020304" pitchFamily="18" charset="0"/>
                <a:cs typeface="Times New Roman" panose="02020603050405020304" pitchFamily="18" charset="0"/>
              </a:rPr>
              <a:t>MLOPS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1322167-5523-BA57-2295-83284D863A61}"/>
              </a:ext>
            </a:extLst>
          </p:cNvPr>
          <p:cNvSpPr>
            <a:spLocks noGrp="1"/>
          </p:cNvSpPr>
          <p:nvPr>
            <p:ph idx="1"/>
          </p:nvPr>
        </p:nvSpPr>
        <p:spPr>
          <a:xfrm>
            <a:off x="1141412" y="892629"/>
            <a:ext cx="10168845" cy="5867400"/>
          </a:xfrm>
        </p:spPr>
        <p:txBody>
          <a:bodyPr>
            <a:noAutofit/>
          </a:bodyPr>
          <a:lstStyle/>
          <a:p>
            <a:pPr marL="0" indent="0">
              <a:buNone/>
            </a:pPr>
            <a:r>
              <a:rPr lang="en-US" sz="2800" dirty="0">
                <a:latin typeface="Times New Roman" panose="02020603050405020304" pitchFamily="18" charset="0"/>
                <a:cs typeface="Times New Roman" panose="02020603050405020304" pitchFamily="18" charset="0"/>
              </a:rPr>
              <a:t>To mitigate this problem of ML practitioners:</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Operationalizing a model - developing time, resources and quality through out the system</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risk that the model is unavailable for a given period of time</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risk that the model returns a bad prediction for a given sample</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risk that the model accuracy or fairness decreases over time</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risk that the skills necessary to maintain the model (i.e., data science talent)</a:t>
            </a:r>
            <a:r>
              <a:rPr lang="en-IN" sz="2800" dirty="0">
                <a:latin typeface="Times New Roman" panose="02020603050405020304" pitchFamily="18" charset="0"/>
                <a:cs typeface="Times New Roman" panose="02020603050405020304" pitchFamily="18" charset="0"/>
              </a:rPr>
              <a:t>are lost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7150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F6F6C-B141-D182-7408-4116FEE32BD2}"/>
              </a:ext>
            </a:extLst>
          </p:cNvPr>
          <p:cNvSpPr>
            <a:spLocks noGrp="1"/>
          </p:cNvSpPr>
          <p:nvPr>
            <p:ph type="title"/>
          </p:nvPr>
        </p:nvSpPr>
        <p:spPr>
          <a:xfrm>
            <a:off x="1141413" y="193975"/>
            <a:ext cx="9905998" cy="1003454"/>
          </a:xfrm>
        </p:spPr>
        <p:txBody>
          <a:bodyPr/>
          <a:lstStyle/>
          <a:p>
            <a:pPr algn="ctr"/>
            <a:r>
              <a:rPr lang="en-US" dirty="0"/>
              <a:t>DEVOPS</a:t>
            </a:r>
            <a:endParaRPr lang="en-IN" dirty="0"/>
          </a:p>
        </p:txBody>
      </p:sp>
      <p:sp>
        <p:nvSpPr>
          <p:cNvPr id="3" name="Content Placeholder 2">
            <a:extLst>
              <a:ext uri="{FF2B5EF4-FFF2-40B4-BE49-F238E27FC236}">
                <a16:creationId xmlns:a16="http://schemas.microsoft.com/office/drawing/2014/main" id="{0DBBBE1B-04BD-ABDE-F943-A15103702236}"/>
              </a:ext>
            </a:extLst>
          </p:cNvPr>
          <p:cNvSpPr>
            <a:spLocks noGrp="1"/>
          </p:cNvSpPr>
          <p:nvPr>
            <p:ph idx="1"/>
          </p:nvPr>
        </p:nvSpPr>
        <p:spPr>
          <a:xfrm>
            <a:off x="1141412" y="1197429"/>
            <a:ext cx="10190617" cy="5466596"/>
          </a:xfrm>
        </p:spPr>
        <p:txBody>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 Software engineering – </a:t>
            </a:r>
            <a:r>
              <a:rPr lang="en-US" dirty="0" err="1">
                <a:latin typeface="Times New Roman" panose="02020603050405020304" pitchFamily="18" charset="0"/>
                <a:cs typeface="Times New Roman" panose="02020603050405020304" pitchFamily="18" charset="0"/>
              </a:rPr>
              <a:t>Devops</a:t>
            </a:r>
            <a:r>
              <a:rPr lang="en-US"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dirty="0" err="1">
                <a:latin typeface="Times New Roman" panose="02020603050405020304" pitchFamily="18" charset="0"/>
                <a:cs typeface="Times New Roman" panose="02020603050405020304" pitchFamily="18" charset="0"/>
              </a:rPr>
              <a:t>Devops</a:t>
            </a:r>
            <a:r>
              <a:rPr lang="en-US" dirty="0">
                <a:latin typeface="Times New Roman" panose="02020603050405020304" pitchFamily="18" charset="0"/>
                <a:cs typeface="Times New Roman" panose="02020603050405020304" pitchFamily="18" charset="0"/>
              </a:rPr>
              <a:t> – Developmental Operations</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dirty="0" err="1">
                <a:latin typeface="Times New Roman" panose="02020603050405020304" pitchFamily="18" charset="0"/>
                <a:cs typeface="Times New Roman" panose="02020603050405020304" pitchFamily="18" charset="0"/>
              </a:rPr>
              <a:t>DataOps</a:t>
            </a:r>
            <a:r>
              <a:rPr lang="en-US" dirty="0">
                <a:latin typeface="Times New Roman" panose="02020603050405020304" pitchFamily="18" charset="0"/>
                <a:cs typeface="Times New Roman" panose="02020603050405020304" pitchFamily="18" charset="0"/>
              </a:rPr>
              <a:t> seeks to provide business-ready data that is quickly available for use, with a large focus on data quality and metadata management.</a:t>
            </a: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p>
          <a:p>
            <a:endParaRPr lang="en-IN" dirty="0"/>
          </a:p>
        </p:txBody>
      </p:sp>
    </p:spTree>
    <p:extLst>
      <p:ext uri="{BB962C8B-B14F-4D97-AF65-F5344CB8AC3E}">
        <p14:creationId xmlns:p14="http://schemas.microsoft.com/office/powerpoint/2010/main" val="1352791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B18EB-8BC3-C700-8D1A-49A6B571C283}"/>
              </a:ext>
            </a:extLst>
          </p:cNvPr>
          <p:cNvSpPr>
            <a:spLocks noGrp="1"/>
          </p:cNvSpPr>
          <p:nvPr>
            <p:ph type="title"/>
          </p:nvPr>
        </p:nvSpPr>
        <p:spPr>
          <a:xfrm>
            <a:off x="1043442" y="150432"/>
            <a:ext cx="9905998" cy="916367"/>
          </a:xfrm>
        </p:spPr>
        <p:txBody>
          <a:bodyPr/>
          <a:lstStyle/>
          <a:p>
            <a:pPr algn="ctr"/>
            <a:r>
              <a:rPr lang="en-US" dirty="0">
                <a:latin typeface="Times New Roman" panose="02020603050405020304" pitchFamily="18" charset="0"/>
                <a:cs typeface="Times New Roman" panose="02020603050405020304" pitchFamily="18" charset="0"/>
              </a:rPr>
              <a:t>DEVOPS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1E1991-7592-7A24-AE0E-C43C66032D1D}"/>
              </a:ext>
            </a:extLst>
          </p:cNvPr>
          <p:cNvSpPr>
            <a:spLocks noGrp="1"/>
          </p:cNvSpPr>
          <p:nvPr>
            <p:ph idx="1"/>
          </p:nvPr>
        </p:nvSpPr>
        <p:spPr>
          <a:xfrm>
            <a:off x="1141412" y="947056"/>
            <a:ext cx="10212388" cy="5617029"/>
          </a:xfrm>
        </p:spPr>
        <p:txBody>
          <a:bodyPr>
            <a:noAutofit/>
          </a:bodyPr>
          <a:lstStyle/>
          <a:p>
            <a:pPr>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Set of practices that combines work processes of Software developers and operational teams to create a common set of practices that functions as a hybrid of two.</a:t>
            </a:r>
          </a:p>
          <a:p>
            <a:pPr>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Development cycle of software is expedited and continuous delivery of software products is ensured</a:t>
            </a:r>
          </a:p>
          <a:p>
            <a:pPr>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Automating the process of testing and deployment</a:t>
            </a:r>
          </a:p>
          <a:p>
            <a:pPr>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Total cost reduced</a:t>
            </a:r>
          </a:p>
          <a:p>
            <a:pPr>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Maintenance costs reduced</a:t>
            </a:r>
          </a:p>
          <a:p>
            <a:pPr>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Increase in efficiency of workflow in maintaining software applications</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094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DD070FA7-8DFC-2A64-1644-3DC1A925E56C}"/>
              </a:ext>
            </a:extLst>
          </p:cNvPr>
          <p:cNvGraphicFramePr>
            <a:graphicFrameLocks noGrp="1"/>
          </p:cNvGraphicFramePr>
          <p:nvPr>
            <p:ph idx="1"/>
            <p:extLst>
              <p:ext uri="{D42A27DB-BD31-4B8C-83A1-F6EECF244321}">
                <p14:modId xmlns:p14="http://schemas.microsoft.com/office/powerpoint/2010/main" val="250247673"/>
              </p:ext>
            </p:extLst>
          </p:nvPr>
        </p:nvGraphicFramePr>
        <p:xfrm>
          <a:off x="1141413" y="881742"/>
          <a:ext cx="9906000" cy="58475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17C186A5-DEF4-F99C-4725-BFAF201705C7}"/>
              </a:ext>
            </a:extLst>
          </p:cNvPr>
          <p:cNvSpPr>
            <a:spLocks noGrp="1"/>
          </p:cNvSpPr>
          <p:nvPr>
            <p:ph type="title"/>
          </p:nvPr>
        </p:nvSpPr>
        <p:spPr>
          <a:xfrm>
            <a:off x="1043442" y="150432"/>
            <a:ext cx="9905998" cy="916367"/>
          </a:xfrm>
        </p:spPr>
        <p:txBody>
          <a:bodyPr/>
          <a:lstStyle/>
          <a:p>
            <a:pPr algn="ctr"/>
            <a:r>
              <a:rPr lang="en-US" dirty="0">
                <a:latin typeface="Times New Roman" panose="02020603050405020304" pitchFamily="18" charset="0"/>
                <a:cs typeface="Times New Roman" panose="02020603050405020304" pitchFamily="18" charset="0"/>
              </a:rPr>
              <a:t>DEVOPS Workflow</a:t>
            </a:r>
            <a:endParaRPr lang="en-IN"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93CE35E7-3A3C-E6C1-06DE-BB7ACEE8BE8F}"/>
              </a:ext>
            </a:extLst>
          </p:cNvPr>
          <p:cNvCxnSpPr/>
          <p:nvPr/>
        </p:nvCxnSpPr>
        <p:spPr>
          <a:xfrm>
            <a:off x="2133600" y="3722914"/>
            <a:ext cx="8621485" cy="0"/>
          </a:xfrm>
          <a:prstGeom prst="line">
            <a:avLst/>
          </a:prstGeom>
        </p:spPr>
        <p:style>
          <a:lnRef idx="3">
            <a:schemeClr val="accent2"/>
          </a:lnRef>
          <a:fillRef idx="0">
            <a:schemeClr val="accent2"/>
          </a:fillRef>
          <a:effectRef idx="2">
            <a:schemeClr val="accent2"/>
          </a:effectRef>
          <a:fontRef idx="minor">
            <a:schemeClr val="tx1"/>
          </a:fontRef>
        </p:style>
      </p:cxnSp>
      <p:sp>
        <p:nvSpPr>
          <p:cNvPr id="7" name="TextBox 6">
            <a:extLst>
              <a:ext uri="{FF2B5EF4-FFF2-40B4-BE49-F238E27FC236}">
                <a16:creationId xmlns:a16="http://schemas.microsoft.com/office/drawing/2014/main" id="{A60328D7-6ADC-B8FB-8A11-66A87D24CC23}"/>
              </a:ext>
            </a:extLst>
          </p:cNvPr>
          <p:cNvSpPr txBox="1"/>
          <p:nvPr/>
        </p:nvSpPr>
        <p:spPr>
          <a:xfrm>
            <a:off x="5072743" y="2512633"/>
            <a:ext cx="1905000" cy="646331"/>
          </a:xfrm>
          <a:prstGeom prst="rect">
            <a:avLst/>
          </a:prstGeom>
          <a:noFill/>
        </p:spPr>
        <p:txBody>
          <a:bodyPr wrap="square" rtlCol="0">
            <a:spAutoFit/>
          </a:bodyPr>
          <a:lstStyle/>
          <a:p>
            <a:pPr algn="ctr"/>
            <a:r>
              <a:rPr lang="en-US" dirty="0"/>
              <a:t>Software Development</a:t>
            </a:r>
            <a:endParaRPr lang="en-IN" dirty="0"/>
          </a:p>
        </p:txBody>
      </p:sp>
      <p:sp>
        <p:nvSpPr>
          <p:cNvPr id="8" name="TextBox 7">
            <a:extLst>
              <a:ext uri="{FF2B5EF4-FFF2-40B4-BE49-F238E27FC236}">
                <a16:creationId xmlns:a16="http://schemas.microsoft.com/office/drawing/2014/main" id="{7F6E3152-0AC3-B699-AC90-D60040B11F52}"/>
              </a:ext>
            </a:extLst>
          </p:cNvPr>
          <p:cNvSpPr txBox="1"/>
          <p:nvPr/>
        </p:nvSpPr>
        <p:spPr>
          <a:xfrm>
            <a:off x="5072743" y="4076243"/>
            <a:ext cx="1905000" cy="646331"/>
          </a:xfrm>
          <a:prstGeom prst="rect">
            <a:avLst/>
          </a:prstGeom>
          <a:noFill/>
        </p:spPr>
        <p:txBody>
          <a:bodyPr wrap="square" rtlCol="0">
            <a:spAutoFit/>
          </a:bodyPr>
          <a:lstStyle/>
          <a:p>
            <a:pPr algn="ctr"/>
            <a:r>
              <a:rPr lang="en-US" dirty="0"/>
              <a:t>Operations</a:t>
            </a:r>
          </a:p>
          <a:p>
            <a:pPr algn="ctr"/>
            <a:r>
              <a:rPr lang="en-US" dirty="0"/>
              <a:t>Management</a:t>
            </a:r>
            <a:endParaRPr lang="en-IN" dirty="0"/>
          </a:p>
        </p:txBody>
      </p:sp>
    </p:spTree>
    <p:extLst>
      <p:ext uri="{BB962C8B-B14F-4D97-AF65-F5344CB8AC3E}">
        <p14:creationId xmlns:p14="http://schemas.microsoft.com/office/powerpoint/2010/main" val="3253556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FCECE-1EA8-9FC9-B592-88FCA4AEA394}"/>
              </a:ext>
            </a:extLst>
          </p:cNvPr>
          <p:cNvSpPr>
            <a:spLocks noGrp="1"/>
          </p:cNvSpPr>
          <p:nvPr>
            <p:ph type="title"/>
          </p:nvPr>
        </p:nvSpPr>
        <p:spPr>
          <a:xfrm>
            <a:off x="1141412" y="204860"/>
            <a:ext cx="9905998" cy="861939"/>
          </a:xfrm>
        </p:spPr>
        <p:txBody>
          <a:bodyPr/>
          <a:lstStyle/>
          <a:p>
            <a:pPr algn="ctr"/>
            <a:r>
              <a:rPr lang="en-US" dirty="0">
                <a:latin typeface="Times New Roman" panose="02020603050405020304" pitchFamily="18" charset="0"/>
                <a:cs typeface="Times New Roman" panose="02020603050405020304" pitchFamily="18" charset="0"/>
              </a:rPr>
              <a:t>MLOPS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169379F-B19E-790B-280E-F178F682DDCE}"/>
              </a:ext>
            </a:extLst>
          </p:cNvPr>
          <p:cNvSpPr>
            <a:spLocks noGrp="1"/>
          </p:cNvSpPr>
          <p:nvPr>
            <p:ph idx="1"/>
          </p:nvPr>
        </p:nvSpPr>
        <p:spPr>
          <a:xfrm>
            <a:off x="1141411" y="1367743"/>
            <a:ext cx="9905999" cy="4978627"/>
          </a:xfrm>
        </p:spPr>
        <p:txBody>
          <a:bodyPr/>
          <a:lstStyle/>
          <a:p>
            <a:pPr>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MLOPS 	-  To streamline AI/ML projects as </a:t>
            </a:r>
            <a:r>
              <a:rPr lang="en-US" sz="3200" dirty="0" err="1">
                <a:latin typeface="Times New Roman" panose="02020603050405020304" pitchFamily="18" charset="0"/>
                <a:cs typeface="Times New Roman" panose="02020603050405020304" pitchFamily="18" charset="0"/>
              </a:rPr>
              <a:t>Devops</a:t>
            </a:r>
            <a:r>
              <a:rPr lang="en-US" sz="3200" dirty="0">
                <a:latin typeface="Times New Roman" panose="02020603050405020304" pitchFamily="18" charset="0"/>
                <a:cs typeface="Times New Roman" panose="02020603050405020304" pitchFamily="18" charset="0"/>
              </a:rPr>
              <a:t> does in Application projects</a:t>
            </a:r>
          </a:p>
          <a:p>
            <a:pPr marL="0" indent="0">
              <a:buNone/>
            </a:pPr>
            <a:r>
              <a:rPr lang="en-US" sz="3200" dirty="0">
                <a:latin typeface="Times New Roman" panose="02020603050405020304" pitchFamily="18" charset="0"/>
                <a:cs typeface="Times New Roman" panose="02020603050405020304" pitchFamily="18" charset="0"/>
              </a:rPr>
              <a:t>	   	 -  lifecycle management discipline for ML</a:t>
            </a:r>
          </a:p>
          <a:p>
            <a:pPr marL="0" indent="0">
              <a:buNone/>
            </a:pPr>
            <a:r>
              <a:rPr lang="en-US" sz="3200" dirty="0">
                <a:solidFill>
                  <a:srgbClr val="FFFF00"/>
                </a:solidFill>
                <a:latin typeface="Times New Roman" panose="02020603050405020304" pitchFamily="18" charset="0"/>
                <a:cs typeface="Times New Roman" panose="02020603050405020304" pitchFamily="18" charset="0"/>
              </a:rPr>
              <a:t>Goal:</a:t>
            </a:r>
            <a:r>
              <a:rPr lang="en-US" sz="3200" dirty="0">
                <a:latin typeface="Times New Roman" panose="02020603050405020304" pitchFamily="18" charset="0"/>
                <a:cs typeface="Times New Roman" panose="02020603050405020304" pitchFamily="18" charset="0"/>
              </a:rPr>
              <a:t> </a:t>
            </a:r>
          </a:p>
          <a:p>
            <a:pPr marL="0" indent="0">
              <a:buNone/>
            </a:pPr>
            <a:r>
              <a:rPr lang="en-US" sz="3200" dirty="0">
                <a:latin typeface="Times New Roman" panose="02020603050405020304" pitchFamily="18" charset="0"/>
                <a:cs typeface="Times New Roman" panose="02020603050405020304" pitchFamily="18" charset="0"/>
              </a:rPr>
              <a:t>	Balanced processed approach includes management of resources, data, code, time and quality to achieve business objectives.</a:t>
            </a:r>
            <a:endParaRPr lang="en-IN" sz="3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48527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9BA70-8152-0C15-0BA6-DE9CFC6F4915}"/>
              </a:ext>
            </a:extLst>
          </p:cNvPr>
          <p:cNvSpPr>
            <a:spLocks noGrp="1"/>
          </p:cNvSpPr>
          <p:nvPr>
            <p:ph type="title"/>
          </p:nvPr>
        </p:nvSpPr>
        <p:spPr>
          <a:xfrm>
            <a:off x="1141412" y="42557"/>
            <a:ext cx="9905998" cy="872825"/>
          </a:xfrm>
        </p:spPr>
        <p:txBody>
          <a:bodyPr>
            <a:normAutofit/>
          </a:bodyPr>
          <a:lstStyle/>
          <a:p>
            <a:pPr algn="ctr"/>
            <a:r>
              <a:rPr lang="en-US" sz="3200" dirty="0">
                <a:latin typeface="Times New Roman" panose="02020603050405020304" pitchFamily="18" charset="0"/>
                <a:cs typeface="Times New Roman" panose="02020603050405020304" pitchFamily="18" charset="0"/>
              </a:rPr>
              <a:t>WHY MLOPS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2D5A683-94DB-5851-8980-D49AB13419B5}"/>
              </a:ext>
            </a:extLst>
          </p:cNvPr>
          <p:cNvSpPr>
            <a:spLocks noGrp="1"/>
          </p:cNvSpPr>
          <p:nvPr>
            <p:ph idx="1"/>
          </p:nvPr>
        </p:nvSpPr>
        <p:spPr>
          <a:xfrm>
            <a:off x="1141412" y="805543"/>
            <a:ext cx="9905999" cy="5573486"/>
          </a:xfrm>
        </p:spPr>
        <p:txBody>
          <a:bodyPr>
            <a:normAutofit/>
          </a:bodyPr>
          <a:lstStyle/>
          <a:p>
            <a:pPr marL="0" indent="0">
              <a:buNone/>
            </a:pPr>
            <a:r>
              <a:rPr lang="en-IN" sz="3200" dirty="0">
                <a:latin typeface="Times New Roman" panose="02020603050405020304" pitchFamily="18" charset="0"/>
                <a:cs typeface="Times New Roman" panose="02020603050405020304" pitchFamily="18" charset="0"/>
              </a:rPr>
              <a:t>Earlier ML projects:</a:t>
            </a:r>
          </a:p>
          <a:p>
            <a:pPr marL="0" indent="0">
              <a:buNone/>
            </a:pPr>
            <a:endParaRPr lang="en-IN" sz="3200" dirty="0">
              <a:latin typeface="Times New Roman" panose="02020603050405020304" pitchFamily="18" charset="0"/>
              <a:cs typeface="Times New Roman" panose="02020603050405020304" pitchFamily="18" charset="0"/>
            </a:endParaRPr>
          </a:p>
        </p:txBody>
      </p:sp>
      <p:graphicFrame>
        <p:nvGraphicFramePr>
          <p:cNvPr id="4" name="Diagram 3">
            <a:extLst>
              <a:ext uri="{FF2B5EF4-FFF2-40B4-BE49-F238E27FC236}">
                <a16:creationId xmlns:a16="http://schemas.microsoft.com/office/drawing/2014/main" id="{F5C9A4D2-F47A-0150-A81D-DB979C318830}"/>
              </a:ext>
            </a:extLst>
          </p:cNvPr>
          <p:cNvGraphicFramePr/>
          <p:nvPr>
            <p:extLst>
              <p:ext uri="{D42A27DB-BD31-4B8C-83A1-F6EECF244321}">
                <p14:modId xmlns:p14="http://schemas.microsoft.com/office/powerpoint/2010/main" val="3157726399"/>
              </p:ext>
            </p:extLst>
          </p:nvPr>
        </p:nvGraphicFramePr>
        <p:xfrm>
          <a:off x="3318554" y="188003"/>
          <a:ext cx="8419875" cy="58654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086754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0611E-C5E2-5A10-DC1A-76BD34E62148}"/>
              </a:ext>
            </a:extLst>
          </p:cNvPr>
          <p:cNvSpPr>
            <a:spLocks noGrp="1"/>
          </p:cNvSpPr>
          <p:nvPr>
            <p:ph type="title"/>
          </p:nvPr>
        </p:nvSpPr>
        <p:spPr>
          <a:xfrm>
            <a:off x="1141412" y="357261"/>
            <a:ext cx="9905998" cy="905482"/>
          </a:xfrm>
        </p:spPr>
        <p:txBody>
          <a:bodyPr>
            <a:normAutofit/>
          </a:bodyPr>
          <a:lstStyle/>
          <a:p>
            <a:pPr algn="ctr"/>
            <a:r>
              <a:rPr lang="en-US" dirty="0">
                <a:latin typeface="Times New Roman" panose="02020603050405020304" pitchFamily="18" charset="0"/>
                <a:cs typeface="Times New Roman" panose="02020603050405020304" pitchFamily="18" charset="0"/>
              </a:rPr>
              <a:t>Problems after deployment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CDCADC3-74F8-5A6E-8630-8E6918FA1D17}"/>
              </a:ext>
            </a:extLst>
          </p:cNvPr>
          <p:cNvSpPr>
            <a:spLocks noGrp="1"/>
          </p:cNvSpPr>
          <p:nvPr>
            <p:ph idx="1"/>
          </p:nvPr>
        </p:nvSpPr>
        <p:spPr>
          <a:xfrm>
            <a:off x="1141412" y="1763486"/>
            <a:ext cx="9905999" cy="5237996"/>
          </a:xfrm>
        </p:spPr>
        <p:txBody>
          <a:bodyPr>
            <a:normAutofit/>
          </a:bodyPr>
          <a:lstStyle/>
          <a:p>
            <a:r>
              <a:rPr lang="en-IN" sz="3200" dirty="0">
                <a:latin typeface="Times New Roman" panose="02020603050405020304" pitchFamily="18" charset="0"/>
                <a:cs typeface="Times New Roman" panose="02020603050405020304" pitchFamily="18" charset="0"/>
              </a:rPr>
              <a:t>Model accuracy decreased </a:t>
            </a:r>
          </a:p>
          <a:p>
            <a:r>
              <a:rPr lang="en-IN" sz="3200" dirty="0">
                <a:latin typeface="Times New Roman" panose="02020603050405020304" pitchFamily="18" charset="0"/>
                <a:cs typeface="Times New Roman" panose="02020603050405020304" pitchFamily="18" charset="0"/>
              </a:rPr>
              <a:t>New data arrived daily </a:t>
            </a:r>
          </a:p>
          <a:p>
            <a:r>
              <a:rPr lang="en-IN" sz="3200" dirty="0">
                <a:latin typeface="Times New Roman" panose="02020603050405020304" pitchFamily="18" charset="0"/>
                <a:cs typeface="Times New Roman" panose="02020603050405020304" pitchFamily="18" charset="0"/>
              </a:rPr>
              <a:t>Manual retraining was required </a:t>
            </a:r>
          </a:p>
          <a:p>
            <a:r>
              <a:rPr lang="en-IN" sz="3200" dirty="0">
                <a:latin typeface="Times New Roman" panose="02020603050405020304" pitchFamily="18" charset="0"/>
                <a:cs typeface="Times New Roman" panose="02020603050405020304" pitchFamily="18" charset="0"/>
              </a:rPr>
              <a:t>Difficult collaboration</a:t>
            </a:r>
          </a:p>
          <a:p>
            <a:r>
              <a:rPr lang="en-IN" sz="3200" dirty="0">
                <a:latin typeface="Times New Roman" panose="02020603050405020304" pitchFamily="18" charset="0"/>
                <a:cs typeface="Times New Roman" panose="02020603050405020304" pitchFamily="18" charset="0"/>
              </a:rPr>
              <a:t>No version control</a:t>
            </a:r>
          </a:p>
          <a:p>
            <a:r>
              <a:rPr lang="en-IN" sz="3200" dirty="0">
                <a:latin typeface="Times New Roman" panose="02020603050405020304" pitchFamily="18" charset="0"/>
                <a:cs typeface="Times New Roman" panose="02020603050405020304" pitchFamily="18" charset="0"/>
              </a:rPr>
              <a:t>Deployment failures</a:t>
            </a:r>
          </a:p>
        </p:txBody>
      </p:sp>
    </p:spTree>
    <p:extLst>
      <p:ext uri="{BB962C8B-B14F-4D97-AF65-F5344CB8AC3E}">
        <p14:creationId xmlns:p14="http://schemas.microsoft.com/office/powerpoint/2010/main" val="3982959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A7298-077D-287C-4ABE-6E16737AD74F}"/>
              </a:ext>
            </a:extLst>
          </p:cNvPr>
          <p:cNvSpPr>
            <a:spLocks noGrp="1"/>
          </p:cNvSpPr>
          <p:nvPr>
            <p:ph type="title"/>
          </p:nvPr>
        </p:nvSpPr>
        <p:spPr>
          <a:xfrm>
            <a:off x="1141412" y="0"/>
            <a:ext cx="9905998" cy="500743"/>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TRADITIONAL  ML WORKFLOW</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6B67BA-49E6-1BE5-55D7-59FC01898B0B}"/>
              </a:ext>
            </a:extLst>
          </p:cNvPr>
          <p:cNvSpPr>
            <a:spLocks noGrp="1"/>
          </p:cNvSpPr>
          <p:nvPr>
            <p:ph idx="1"/>
          </p:nvPr>
        </p:nvSpPr>
        <p:spPr>
          <a:xfrm>
            <a:off x="1043440" y="500743"/>
            <a:ext cx="9905999" cy="6662058"/>
          </a:xfrm>
        </p:spPr>
        <p:txBody>
          <a:bodyPr>
            <a:noAutofit/>
          </a:bodyPr>
          <a:lstStyle/>
          <a:p>
            <a:pPr marL="0" indent="0" algn="ctr">
              <a:buNone/>
            </a:pPr>
            <a:r>
              <a:rPr lang="en-US" sz="2000" dirty="0"/>
              <a:t>Business Problem</a:t>
            </a:r>
          </a:p>
          <a:p>
            <a:pPr marL="0" indent="0" algn="ctr">
              <a:buNone/>
            </a:pPr>
            <a:r>
              <a:rPr lang="en-US" sz="2000" dirty="0"/>
              <a:t>       ↓</a:t>
            </a:r>
          </a:p>
          <a:p>
            <a:pPr marL="0" indent="0" algn="ctr">
              <a:buNone/>
            </a:pPr>
            <a:r>
              <a:rPr lang="en-US" sz="2000" dirty="0"/>
              <a:t>Data Collection</a:t>
            </a:r>
          </a:p>
          <a:p>
            <a:pPr marL="0" indent="0" algn="ctr">
              <a:buNone/>
            </a:pPr>
            <a:r>
              <a:rPr lang="en-US" sz="2000" dirty="0"/>
              <a:t>       ↓</a:t>
            </a:r>
          </a:p>
          <a:p>
            <a:pPr marL="0" indent="0" algn="ctr">
              <a:buNone/>
            </a:pPr>
            <a:r>
              <a:rPr lang="en-US" sz="2000" dirty="0"/>
              <a:t>Data Cleaning  </a:t>
            </a:r>
          </a:p>
          <a:p>
            <a:pPr marL="0" indent="0" algn="ctr">
              <a:buNone/>
            </a:pPr>
            <a:r>
              <a:rPr lang="en-US" sz="2000" dirty="0"/>
              <a:t>       ↓</a:t>
            </a:r>
          </a:p>
          <a:p>
            <a:pPr marL="0" indent="0" algn="ctr">
              <a:buNone/>
            </a:pPr>
            <a:r>
              <a:rPr lang="en-US" sz="2000" dirty="0"/>
              <a:t>Feature Engineering</a:t>
            </a:r>
          </a:p>
          <a:p>
            <a:pPr marL="0" indent="0" algn="ctr">
              <a:buNone/>
            </a:pPr>
            <a:r>
              <a:rPr lang="en-US" sz="2000" dirty="0"/>
              <a:t>       ↓</a:t>
            </a:r>
          </a:p>
          <a:p>
            <a:pPr marL="0" indent="0" algn="ctr">
              <a:buNone/>
            </a:pPr>
            <a:r>
              <a:rPr lang="en-US" sz="2000" dirty="0"/>
              <a:t>Model Training</a:t>
            </a:r>
          </a:p>
          <a:p>
            <a:pPr marL="0" indent="0" algn="ctr">
              <a:buNone/>
            </a:pPr>
            <a:r>
              <a:rPr lang="en-US" sz="2000" dirty="0"/>
              <a:t>       ↓</a:t>
            </a:r>
          </a:p>
          <a:p>
            <a:pPr marL="0" indent="0" algn="ctr">
              <a:buNone/>
            </a:pPr>
            <a:r>
              <a:rPr lang="en-US" sz="2000" dirty="0"/>
              <a:t>Evaluation</a:t>
            </a:r>
          </a:p>
          <a:p>
            <a:pPr marL="0" indent="0" algn="ctr">
              <a:buNone/>
            </a:pPr>
            <a:r>
              <a:rPr lang="en-US" sz="2000" dirty="0"/>
              <a:t>       ↓</a:t>
            </a:r>
          </a:p>
          <a:p>
            <a:pPr marL="0" indent="0" algn="ctr">
              <a:buNone/>
            </a:pPr>
            <a:r>
              <a:rPr lang="en-US" sz="2000" dirty="0"/>
              <a:t>Deployment</a:t>
            </a:r>
            <a:endParaRPr lang="en-IN" sz="2000" dirty="0"/>
          </a:p>
        </p:txBody>
      </p:sp>
    </p:spTree>
    <p:extLst>
      <p:ext uri="{BB962C8B-B14F-4D97-AF65-F5344CB8AC3E}">
        <p14:creationId xmlns:p14="http://schemas.microsoft.com/office/powerpoint/2010/main" val="4110582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B0F8E-2795-E429-1117-4219AA9AE698}"/>
              </a:ext>
            </a:extLst>
          </p:cNvPr>
          <p:cNvSpPr>
            <a:spLocks noGrp="1"/>
          </p:cNvSpPr>
          <p:nvPr>
            <p:ph type="title"/>
          </p:nvPr>
        </p:nvSpPr>
        <p:spPr>
          <a:xfrm>
            <a:off x="1141411" y="85118"/>
            <a:ext cx="9905998" cy="861938"/>
          </a:xfrm>
        </p:spPr>
        <p:txBody>
          <a:bodyPr/>
          <a:lstStyle/>
          <a:p>
            <a:pPr algn="ctr"/>
            <a:r>
              <a:rPr lang="en-US" dirty="0">
                <a:latin typeface="Times New Roman" panose="02020603050405020304" pitchFamily="18" charset="0"/>
                <a:cs typeface="Times New Roman" panose="02020603050405020304" pitchFamily="18" charset="0"/>
              </a:rPr>
              <a:t>MLOPS WORKFLOW</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522C4D8-D499-4911-7D1E-94D979F81B2E}"/>
              </a:ext>
            </a:extLst>
          </p:cNvPr>
          <p:cNvSpPr>
            <a:spLocks noGrp="1"/>
          </p:cNvSpPr>
          <p:nvPr>
            <p:ph idx="1"/>
          </p:nvPr>
        </p:nvSpPr>
        <p:spPr>
          <a:xfrm>
            <a:off x="1141412" y="947057"/>
            <a:ext cx="9905999" cy="5706082"/>
          </a:xfrm>
        </p:spPr>
        <p:txBody>
          <a:bodyPr/>
          <a:lstStyle/>
          <a:p>
            <a:pPr marL="0" indent="0" algn="ctr">
              <a:buNone/>
            </a:pPr>
            <a:r>
              <a:rPr lang="en-IN" dirty="0"/>
              <a:t>Business Problem                                    </a:t>
            </a:r>
            <a:br>
              <a:rPr lang="en-IN" dirty="0"/>
            </a:br>
            <a:r>
              <a:rPr lang="en-IN" dirty="0"/>
              <a:t>↓</a:t>
            </a:r>
            <a:br>
              <a:rPr lang="en-IN" dirty="0"/>
            </a:br>
            <a:r>
              <a:rPr lang="en-IN" dirty="0"/>
              <a:t>Data Collection</a:t>
            </a:r>
            <a:br>
              <a:rPr lang="en-IN" dirty="0"/>
            </a:br>
            <a:r>
              <a:rPr lang="en-IN" dirty="0"/>
              <a:t>↓</a:t>
            </a:r>
            <a:br>
              <a:rPr lang="en-IN" dirty="0"/>
            </a:br>
            <a:r>
              <a:rPr lang="en-IN" dirty="0"/>
              <a:t>Data Validation</a:t>
            </a:r>
            <a:br>
              <a:rPr lang="en-IN" dirty="0"/>
            </a:br>
            <a:r>
              <a:rPr lang="en-IN" dirty="0"/>
              <a:t>↓</a:t>
            </a:r>
            <a:br>
              <a:rPr lang="en-IN" dirty="0"/>
            </a:br>
            <a:r>
              <a:rPr lang="en-IN" dirty="0"/>
              <a:t>Feature Engineering</a:t>
            </a:r>
            <a:br>
              <a:rPr lang="en-IN" dirty="0"/>
            </a:br>
            <a:r>
              <a:rPr lang="en-IN" dirty="0"/>
              <a:t>↓</a:t>
            </a:r>
            <a:br>
              <a:rPr lang="en-IN" dirty="0"/>
            </a:br>
            <a:r>
              <a:rPr lang="en-IN" dirty="0"/>
              <a:t>Model Training</a:t>
            </a:r>
            <a:br>
              <a:rPr lang="en-IN" dirty="0"/>
            </a:br>
            <a:r>
              <a:rPr lang="en-IN" dirty="0"/>
              <a:t>↓</a:t>
            </a:r>
            <a:br>
              <a:rPr lang="en-IN" dirty="0"/>
            </a:br>
            <a:r>
              <a:rPr lang="en-IN" dirty="0"/>
              <a:t>Model Evaluation</a:t>
            </a:r>
          </a:p>
          <a:p>
            <a:pPr marL="0" indent="0">
              <a:buNone/>
            </a:pPr>
            <a:endParaRPr lang="en-IN" dirty="0"/>
          </a:p>
        </p:txBody>
      </p:sp>
    </p:spTree>
    <p:extLst>
      <p:ext uri="{BB962C8B-B14F-4D97-AF65-F5344CB8AC3E}">
        <p14:creationId xmlns:p14="http://schemas.microsoft.com/office/powerpoint/2010/main" val="2667427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6B3D73-F374-54F7-269D-9AEFC0C01653}"/>
              </a:ext>
            </a:extLst>
          </p:cNvPr>
          <p:cNvSpPr>
            <a:spLocks noGrp="1"/>
          </p:cNvSpPr>
          <p:nvPr>
            <p:ph idx="1"/>
          </p:nvPr>
        </p:nvSpPr>
        <p:spPr>
          <a:xfrm>
            <a:off x="891040" y="1491342"/>
            <a:ext cx="9905999" cy="5551715"/>
          </a:xfrm>
        </p:spPr>
        <p:txBody>
          <a:bodyPr/>
          <a:lstStyle/>
          <a:p>
            <a:pPr marL="0" indent="0" algn="ctr">
              <a:buNone/>
            </a:pPr>
            <a:r>
              <a:rPr lang="en-IN" dirty="0"/>
              <a:t>↓</a:t>
            </a:r>
            <a:br>
              <a:rPr lang="en-IN" dirty="0"/>
            </a:br>
            <a:r>
              <a:rPr lang="en-IN" dirty="0"/>
              <a:t>Model Registry</a:t>
            </a:r>
            <a:br>
              <a:rPr lang="en-IN" dirty="0"/>
            </a:br>
            <a:r>
              <a:rPr lang="en-IN" dirty="0"/>
              <a:t>↓</a:t>
            </a:r>
            <a:br>
              <a:rPr lang="en-IN" dirty="0"/>
            </a:br>
            <a:r>
              <a:rPr lang="en-IN" dirty="0"/>
              <a:t>Deployment</a:t>
            </a:r>
            <a:br>
              <a:rPr lang="en-IN" dirty="0"/>
            </a:br>
            <a:r>
              <a:rPr lang="en-IN" dirty="0"/>
              <a:t>↓</a:t>
            </a:r>
            <a:br>
              <a:rPr lang="en-IN" dirty="0"/>
            </a:br>
            <a:r>
              <a:rPr lang="en-IN" dirty="0"/>
              <a:t>Monitoring</a:t>
            </a:r>
            <a:br>
              <a:rPr lang="en-IN" dirty="0"/>
            </a:br>
            <a:r>
              <a:rPr lang="en-IN" dirty="0"/>
              <a:t>↓</a:t>
            </a:r>
            <a:br>
              <a:rPr lang="en-IN" dirty="0"/>
            </a:br>
            <a:r>
              <a:rPr lang="en-IN" dirty="0"/>
              <a:t>Retraining</a:t>
            </a:r>
            <a:br>
              <a:rPr lang="en-IN" dirty="0"/>
            </a:br>
            <a:r>
              <a:rPr lang="en-IN" dirty="0"/>
              <a:t>↓</a:t>
            </a:r>
            <a:br>
              <a:rPr lang="en-IN" dirty="0"/>
            </a:br>
            <a:r>
              <a:rPr lang="en-IN" dirty="0"/>
              <a:t>Redeployment</a:t>
            </a:r>
          </a:p>
        </p:txBody>
      </p:sp>
      <p:sp>
        <p:nvSpPr>
          <p:cNvPr id="4" name="Title 1">
            <a:extLst>
              <a:ext uri="{FF2B5EF4-FFF2-40B4-BE49-F238E27FC236}">
                <a16:creationId xmlns:a16="http://schemas.microsoft.com/office/drawing/2014/main" id="{9D29F770-2875-0E71-6DF2-E253F8876692}"/>
              </a:ext>
            </a:extLst>
          </p:cNvPr>
          <p:cNvSpPr>
            <a:spLocks noGrp="1"/>
          </p:cNvSpPr>
          <p:nvPr>
            <p:ph type="title"/>
          </p:nvPr>
        </p:nvSpPr>
        <p:spPr>
          <a:xfrm>
            <a:off x="1141411" y="85118"/>
            <a:ext cx="9905998" cy="861938"/>
          </a:xfrm>
        </p:spPr>
        <p:txBody>
          <a:bodyPr/>
          <a:lstStyle/>
          <a:p>
            <a:pPr algn="ctr"/>
            <a:r>
              <a:rPr lang="en-US" dirty="0">
                <a:latin typeface="Times New Roman" panose="02020603050405020304" pitchFamily="18" charset="0"/>
                <a:cs typeface="Times New Roman" panose="02020603050405020304" pitchFamily="18" charset="0"/>
              </a:rPr>
              <a:t>MLOPS WORKFLOW</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499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D2755-7B8D-C22C-44F7-61C7990E9245}"/>
              </a:ext>
            </a:extLst>
          </p:cNvPr>
          <p:cNvSpPr>
            <a:spLocks noGrp="1"/>
          </p:cNvSpPr>
          <p:nvPr>
            <p:ph type="title"/>
          </p:nvPr>
        </p:nvSpPr>
        <p:spPr>
          <a:xfrm>
            <a:off x="1141413" y="248404"/>
            <a:ext cx="9905998" cy="938139"/>
          </a:xfrm>
        </p:spPr>
        <p:txBody>
          <a:bodyPr/>
          <a:lstStyle/>
          <a:p>
            <a:pPr algn="ctr"/>
            <a:r>
              <a:rPr lang="en-US" dirty="0">
                <a:latin typeface="Times New Roman" panose="02020603050405020304" pitchFamily="18" charset="0"/>
                <a:cs typeface="Times New Roman" panose="02020603050405020304" pitchFamily="18" charset="0"/>
              </a:rPr>
              <a:t>MLOPS Components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1D42B5-8587-5A8C-0BCD-CA42EAED5E12}"/>
              </a:ext>
            </a:extLst>
          </p:cNvPr>
          <p:cNvSpPr>
            <a:spLocks noGrp="1"/>
          </p:cNvSpPr>
          <p:nvPr>
            <p:ph idx="1"/>
          </p:nvPr>
        </p:nvSpPr>
        <p:spPr>
          <a:xfrm>
            <a:off x="1141412" y="1110342"/>
            <a:ext cx="9905999" cy="5499253"/>
          </a:xfrm>
        </p:spPr>
        <p:txBody>
          <a:bodyPr>
            <a:normAutofit lnSpcReduction="10000"/>
          </a:bodyPr>
          <a:lstStyle/>
          <a:p>
            <a:pPr marL="0" indent="0">
              <a:buNone/>
            </a:pPr>
            <a:r>
              <a:rPr lang="en-US" dirty="0">
                <a:solidFill>
                  <a:srgbClr val="FFFF00"/>
                </a:solidFill>
                <a:latin typeface="Times New Roman" panose="02020603050405020304" pitchFamily="18" charset="0"/>
                <a:cs typeface="Times New Roman" panose="02020603050405020304" pitchFamily="18" charset="0"/>
              </a:rPr>
              <a:t>Data:</a:t>
            </a:r>
            <a:r>
              <a:rPr lang="en-US" dirty="0">
                <a:latin typeface="Times New Roman" panose="02020603050405020304" pitchFamily="18" charset="0"/>
                <a:cs typeface="Times New Roman" panose="02020603050405020304" pitchFamily="18" charset="0"/>
              </a:rPr>
              <a:t> Raw data from multiple resources</a:t>
            </a:r>
          </a:p>
          <a:p>
            <a:pPr marL="0" indent="0">
              <a:buNone/>
            </a:pPr>
            <a:r>
              <a:rPr lang="en-US" dirty="0">
                <a:solidFill>
                  <a:srgbClr val="FFFF00"/>
                </a:solidFill>
                <a:latin typeface="Times New Roman" panose="02020603050405020304" pitchFamily="18" charset="0"/>
                <a:cs typeface="Times New Roman" panose="02020603050405020304" pitchFamily="18" charset="0"/>
              </a:rPr>
              <a:t>Data validation</a:t>
            </a:r>
            <a:r>
              <a:rPr lang="en-US" dirty="0">
                <a:latin typeface="Times New Roman" panose="02020603050405020304" pitchFamily="18" charset="0"/>
                <a:cs typeface="Times New Roman" panose="02020603050405020304" pitchFamily="18" charset="0"/>
              </a:rPr>
              <a:t>: Missing values, duplicate records, invalid entries, data quality</a:t>
            </a:r>
          </a:p>
          <a:p>
            <a:pPr marL="0" indent="0">
              <a:buNone/>
            </a:pPr>
            <a:r>
              <a:rPr lang="en-US" dirty="0">
                <a:solidFill>
                  <a:srgbClr val="FFFF00"/>
                </a:solidFill>
                <a:latin typeface="Times New Roman" panose="02020603050405020304" pitchFamily="18" charset="0"/>
                <a:cs typeface="Times New Roman" panose="02020603050405020304" pitchFamily="18" charset="0"/>
              </a:rPr>
              <a:t>Feature Engineering</a:t>
            </a:r>
            <a:r>
              <a:rPr lang="en-US" dirty="0">
                <a:latin typeface="Times New Roman" panose="02020603050405020304" pitchFamily="18" charset="0"/>
                <a:cs typeface="Times New Roman" panose="02020603050405020304" pitchFamily="18" charset="0"/>
              </a:rPr>
              <a:t>: Transforming raw data into useful inputs</a:t>
            </a:r>
          </a:p>
          <a:p>
            <a:pPr marL="0" indent="0">
              <a:buNone/>
            </a:pPr>
            <a:r>
              <a:rPr lang="en-IN" dirty="0">
                <a:solidFill>
                  <a:srgbClr val="FFFF00"/>
                </a:solidFill>
                <a:latin typeface="Times New Roman" panose="02020603050405020304" pitchFamily="18" charset="0"/>
                <a:cs typeface="Times New Roman" panose="02020603050405020304" pitchFamily="18" charset="0"/>
              </a:rPr>
              <a:t>Model Training: </a:t>
            </a:r>
            <a:r>
              <a:rPr lang="en-IN" dirty="0">
                <a:latin typeface="Times New Roman" panose="02020603050405020304" pitchFamily="18" charset="0"/>
                <a:cs typeface="Times New Roman" panose="02020603050405020304" pitchFamily="18" charset="0"/>
              </a:rPr>
              <a:t>Machine learning algorithms learn from training data.</a:t>
            </a:r>
            <a:endParaRPr lang="en-US" dirty="0">
              <a:solidFill>
                <a:srgbClr val="FFFF00"/>
              </a:solidFill>
              <a:latin typeface="Times New Roman" panose="02020603050405020304" pitchFamily="18" charset="0"/>
              <a:cs typeface="Times New Roman" panose="02020603050405020304" pitchFamily="18" charset="0"/>
            </a:endParaRPr>
          </a:p>
          <a:p>
            <a:pPr marL="0" indent="0">
              <a:buNone/>
            </a:pPr>
            <a:r>
              <a:rPr lang="en-IN" dirty="0">
                <a:solidFill>
                  <a:srgbClr val="FFFF00"/>
                </a:solidFill>
                <a:latin typeface="Times New Roman" panose="02020603050405020304" pitchFamily="18" charset="0"/>
                <a:cs typeface="Times New Roman" panose="02020603050405020304" pitchFamily="18" charset="0"/>
              </a:rPr>
              <a:t>Model Evaluation</a:t>
            </a:r>
            <a:r>
              <a:rPr lang="en-IN" dirty="0">
                <a:latin typeface="Times New Roman" panose="02020603050405020304" pitchFamily="18" charset="0"/>
                <a:cs typeface="Times New Roman" panose="02020603050405020304" pitchFamily="18" charset="0"/>
              </a:rPr>
              <a:t>: Performance metrics (Recall,Precision,Accuracy,F1-score and 		     RMSE,MAE,R</a:t>
            </a:r>
            <a:r>
              <a:rPr lang="en-IN" baseline="30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a:t>
            </a:r>
          </a:p>
          <a:p>
            <a:pPr marL="0" indent="0">
              <a:buNone/>
            </a:pPr>
            <a:r>
              <a:rPr lang="en-IN" dirty="0">
                <a:solidFill>
                  <a:srgbClr val="FFFF00"/>
                </a:solidFill>
                <a:latin typeface="Times New Roman" panose="02020603050405020304" pitchFamily="18" charset="0"/>
                <a:cs typeface="Times New Roman" panose="02020603050405020304" pitchFamily="18" charset="0"/>
              </a:rPr>
              <a:t>Model Deployment</a:t>
            </a:r>
            <a:r>
              <a:rPr lang="en-IN" dirty="0">
                <a:latin typeface="Times New Roman" panose="02020603050405020304" pitchFamily="18" charset="0"/>
                <a:cs typeface="Times New Roman" panose="02020603050405020304" pitchFamily="18" charset="0"/>
              </a:rPr>
              <a:t>: REST API, Web Application, Mobile Application, Cloud service</a:t>
            </a:r>
          </a:p>
          <a:p>
            <a:pPr marL="0" indent="0">
              <a:buNone/>
            </a:pPr>
            <a:r>
              <a:rPr lang="en-IN" dirty="0">
                <a:solidFill>
                  <a:srgbClr val="FFFF00"/>
                </a:solidFill>
                <a:latin typeface="Times New Roman" panose="02020603050405020304" pitchFamily="18" charset="0"/>
                <a:cs typeface="Times New Roman" panose="02020603050405020304" pitchFamily="18" charset="0"/>
              </a:rPr>
              <a:t>Monitoring:</a:t>
            </a:r>
            <a:r>
              <a:rPr lang="en-IN" dirty="0">
                <a:latin typeface="Times New Roman" panose="02020603050405020304" pitchFamily="18" charset="0"/>
                <a:cs typeface="Times New Roman" panose="02020603050405020304" pitchFamily="18" charset="0"/>
              </a:rPr>
              <a:t> Accuracy, Response time, CPU usage, Memory usage, Prediction quality</a:t>
            </a:r>
          </a:p>
          <a:p>
            <a:pPr marL="0" indent="0">
              <a:buNone/>
            </a:pPr>
            <a:r>
              <a:rPr lang="en-IN" dirty="0">
                <a:solidFill>
                  <a:srgbClr val="FFFF00"/>
                </a:solidFill>
                <a:latin typeface="Times New Roman" panose="02020603050405020304" pitchFamily="18" charset="0"/>
                <a:cs typeface="Times New Roman" panose="02020603050405020304" pitchFamily="18" charset="0"/>
              </a:rPr>
              <a:t>Retraining:</a:t>
            </a:r>
            <a:r>
              <a:rPr lang="en-IN" dirty="0">
                <a:latin typeface="Times New Roman" panose="02020603050405020304" pitchFamily="18" charset="0"/>
                <a:cs typeface="Times New Roman" panose="02020603050405020304" pitchFamily="18" charset="0"/>
              </a:rPr>
              <a:t> New data arrives, performance decrease</a:t>
            </a:r>
          </a:p>
        </p:txBody>
      </p:sp>
    </p:spTree>
    <p:extLst>
      <p:ext uri="{BB962C8B-B14F-4D97-AF65-F5344CB8AC3E}">
        <p14:creationId xmlns:p14="http://schemas.microsoft.com/office/powerpoint/2010/main" val="2497801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FB4ED-AAC4-243B-D3DF-B9E2CE5F40ED}"/>
              </a:ext>
            </a:extLst>
          </p:cNvPr>
          <p:cNvSpPr>
            <a:spLocks noGrp="1"/>
          </p:cNvSpPr>
          <p:nvPr>
            <p:ph type="title"/>
          </p:nvPr>
        </p:nvSpPr>
        <p:spPr>
          <a:xfrm>
            <a:off x="1141412" y="0"/>
            <a:ext cx="9905998" cy="1478570"/>
          </a:xfrm>
        </p:spPr>
        <p:txBody>
          <a:bodyPr/>
          <a:lstStyle/>
          <a:p>
            <a:pPr algn="ctr"/>
            <a:r>
              <a:rPr lang="en-IN" dirty="0">
                <a:latin typeface="Times New Roman" panose="02020603050405020304" pitchFamily="18" charset="0"/>
                <a:cs typeface="Times New Roman" panose="02020603050405020304" pitchFamily="18" charset="0"/>
              </a:rPr>
              <a:t>Netflix Recommendation System</a:t>
            </a:r>
          </a:p>
        </p:txBody>
      </p:sp>
      <p:sp>
        <p:nvSpPr>
          <p:cNvPr id="3" name="Content Placeholder 2">
            <a:extLst>
              <a:ext uri="{FF2B5EF4-FFF2-40B4-BE49-F238E27FC236}">
                <a16:creationId xmlns:a16="http://schemas.microsoft.com/office/drawing/2014/main" id="{D5EFBA52-65AE-3055-44D1-D155CBE5E2A1}"/>
              </a:ext>
            </a:extLst>
          </p:cNvPr>
          <p:cNvSpPr>
            <a:spLocks noGrp="1"/>
          </p:cNvSpPr>
          <p:nvPr>
            <p:ph idx="1"/>
          </p:nvPr>
        </p:nvSpPr>
        <p:spPr>
          <a:xfrm>
            <a:off x="1141412" y="1175656"/>
            <a:ext cx="10168845" cy="5606143"/>
          </a:xfrm>
        </p:spPr>
        <p:txBody>
          <a:bodyPr>
            <a:normAutofit fontScale="92500" lnSpcReduction="10000"/>
          </a:bodyPr>
          <a:lstStyle/>
          <a:p>
            <a:pPr marL="0" indent="0" algn="ctr">
              <a:buNone/>
            </a:pPr>
            <a:r>
              <a:rPr lang="en-US" dirty="0"/>
              <a:t>User watches movies</a:t>
            </a:r>
          </a:p>
          <a:p>
            <a:pPr marL="0" indent="0" algn="ctr">
              <a:buNone/>
            </a:pPr>
            <a:r>
              <a:rPr lang="en-US" dirty="0"/>
              <a:t>        ↓</a:t>
            </a:r>
          </a:p>
          <a:p>
            <a:pPr marL="0" indent="0" algn="ctr">
              <a:buNone/>
            </a:pPr>
            <a:r>
              <a:rPr lang="en-US" dirty="0"/>
              <a:t>New viewing history</a:t>
            </a:r>
          </a:p>
          <a:p>
            <a:pPr marL="0" indent="0" algn="ctr">
              <a:buNone/>
            </a:pPr>
            <a:r>
              <a:rPr lang="en-US" dirty="0"/>
              <a:t>        ↓</a:t>
            </a:r>
          </a:p>
          <a:p>
            <a:pPr marL="0" indent="0" algn="ctr">
              <a:buNone/>
            </a:pPr>
            <a:r>
              <a:rPr lang="en-US" dirty="0"/>
              <a:t>Collect data</a:t>
            </a:r>
          </a:p>
          <a:p>
            <a:pPr marL="0" indent="0" algn="ctr">
              <a:buNone/>
            </a:pPr>
            <a:r>
              <a:rPr lang="en-US" dirty="0"/>
              <a:t>        ↓</a:t>
            </a:r>
          </a:p>
          <a:p>
            <a:pPr marL="0" indent="0" algn="ctr">
              <a:buNone/>
            </a:pPr>
            <a:r>
              <a:rPr lang="en-US" dirty="0"/>
              <a:t>Retrain recommendation model</a:t>
            </a:r>
          </a:p>
          <a:p>
            <a:pPr marL="0" indent="0" algn="ctr">
              <a:buNone/>
            </a:pPr>
            <a:r>
              <a:rPr lang="en-US" dirty="0"/>
              <a:t>        ↓</a:t>
            </a:r>
          </a:p>
          <a:p>
            <a:pPr marL="0" indent="0" algn="ctr">
              <a:buNone/>
            </a:pPr>
            <a:r>
              <a:rPr lang="en-US" dirty="0"/>
              <a:t>Deploy new model</a:t>
            </a:r>
          </a:p>
          <a:p>
            <a:pPr marL="0" indent="0" algn="ctr">
              <a:buNone/>
            </a:pPr>
            <a:r>
              <a:rPr lang="en-US" dirty="0"/>
              <a:t>        ↓</a:t>
            </a:r>
          </a:p>
          <a:p>
            <a:pPr marL="0" indent="0" algn="ctr">
              <a:buNone/>
            </a:pPr>
            <a:r>
              <a:rPr lang="en-US" dirty="0"/>
              <a:t>Recommend better movies</a:t>
            </a:r>
            <a:endParaRPr lang="en-IN" dirty="0"/>
          </a:p>
        </p:txBody>
      </p:sp>
    </p:spTree>
    <p:extLst>
      <p:ext uri="{BB962C8B-B14F-4D97-AF65-F5344CB8AC3E}">
        <p14:creationId xmlns:p14="http://schemas.microsoft.com/office/powerpoint/2010/main" val="33928092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5F2E4-5877-5C40-FB88-8075B19743AA}"/>
              </a:ext>
            </a:extLst>
          </p:cNvPr>
          <p:cNvSpPr>
            <a:spLocks noGrp="1"/>
          </p:cNvSpPr>
          <p:nvPr>
            <p:ph type="title"/>
          </p:nvPr>
        </p:nvSpPr>
        <p:spPr>
          <a:xfrm>
            <a:off x="1141412" y="-306767"/>
            <a:ext cx="9905998" cy="1478570"/>
          </a:xfrm>
        </p:spPr>
        <p:txBody>
          <a:bodyPr/>
          <a:lstStyle/>
          <a:p>
            <a:pPr algn="ctr"/>
            <a:r>
              <a:rPr lang="en-IN" dirty="0">
                <a:latin typeface="Times New Roman" panose="02020603050405020304" pitchFamily="18" charset="0"/>
                <a:cs typeface="Times New Roman" panose="02020603050405020304" pitchFamily="18" charset="0"/>
              </a:rPr>
              <a:t>Advantages of </a:t>
            </a:r>
            <a:r>
              <a:rPr lang="en-IN" dirty="0" err="1">
                <a:latin typeface="Times New Roman" panose="02020603050405020304" pitchFamily="18" charset="0"/>
                <a:cs typeface="Times New Roman" panose="02020603050405020304" pitchFamily="18" charset="0"/>
              </a:rPr>
              <a:t>MLOps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9726DF9-381C-694C-3561-EB50ADB01138}"/>
              </a:ext>
            </a:extLst>
          </p:cNvPr>
          <p:cNvSpPr>
            <a:spLocks noGrp="1"/>
          </p:cNvSpPr>
          <p:nvPr>
            <p:ph idx="1"/>
          </p:nvPr>
        </p:nvSpPr>
        <p:spPr>
          <a:xfrm>
            <a:off x="1141412" y="783771"/>
            <a:ext cx="9905999" cy="5747658"/>
          </a:xfrm>
        </p:spPr>
        <p:txBody>
          <a:bodyPr>
            <a:noAutofit/>
          </a:bodyPr>
          <a:lstStyle/>
          <a:p>
            <a:pPr>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Faster deployment </a:t>
            </a:r>
          </a:p>
          <a:p>
            <a:pPr>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Better collaboration </a:t>
            </a:r>
          </a:p>
          <a:p>
            <a:pPr>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Automation </a:t>
            </a:r>
          </a:p>
          <a:p>
            <a:pPr>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Continuous monitoring</a:t>
            </a:r>
          </a:p>
          <a:p>
            <a:pPr>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Reproducibility </a:t>
            </a:r>
          </a:p>
          <a:p>
            <a:pPr>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Scalability </a:t>
            </a:r>
          </a:p>
          <a:p>
            <a:pPr>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Easy rollback </a:t>
            </a:r>
          </a:p>
          <a:p>
            <a:pPr>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Version control </a:t>
            </a:r>
          </a:p>
          <a:p>
            <a:pPr>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Better model quality</a:t>
            </a:r>
          </a:p>
        </p:txBody>
      </p:sp>
    </p:spTree>
    <p:extLst>
      <p:ext uri="{BB962C8B-B14F-4D97-AF65-F5344CB8AC3E}">
        <p14:creationId xmlns:p14="http://schemas.microsoft.com/office/powerpoint/2010/main" val="668757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5C7D1-0840-8777-FBB1-5E5EA07B29C8}"/>
              </a:ext>
            </a:extLst>
          </p:cNvPr>
          <p:cNvSpPr>
            <a:spLocks noGrp="1"/>
          </p:cNvSpPr>
          <p:nvPr>
            <p:ph type="title"/>
          </p:nvPr>
        </p:nvSpPr>
        <p:spPr>
          <a:xfrm>
            <a:off x="1141412" y="-99939"/>
            <a:ext cx="9905998" cy="1478570"/>
          </a:xfrm>
        </p:spPr>
        <p:txBody>
          <a:bodyPr/>
          <a:lstStyle/>
          <a:p>
            <a:pPr algn="ctr"/>
            <a:r>
              <a:rPr lang="en-IN" dirty="0">
                <a:latin typeface="Times New Roman" panose="02020603050405020304" pitchFamily="18" charset="0"/>
                <a:cs typeface="Times New Roman" panose="02020603050405020304" pitchFamily="18" charset="0"/>
              </a:rPr>
              <a:t>Challenges without </a:t>
            </a:r>
            <a:r>
              <a:rPr lang="en-IN" dirty="0" err="1">
                <a:latin typeface="Times New Roman" panose="02020603050405020304" pitchFamily="18" charset="0"/>
                <a:cs typeface="Times New Roman" panose="02020603050405020304" pitchFamily="18" charset="0"/>
              </a:rPr>
              <a:t>MLOps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7F65EA3-D57D-5BB9-17C4-03D40C529346}"/>
              </a:ext>
            </a:extLst>
          </p:cNvPr>
          <p:cNvSpPr>
            <a:spLocks noGrp="1"/>
          </p:cNvSpPr>
          <p:nvPr>
            <p:ph idx="1"/>
          </p:nvPr>
        </p:nvSpPr>
        <p:spPr>
          <a:xfrm>
            <a:off x="1141412" y="1023257"/>
            <a:ext cx="9905999" cy="5475514"/>
          </a:xfrm>
        </p:spPr>
        <p:txBody>
          <a:bodyPr>
            <a:noAutofit/>
          </a:bodyPr>
          <a:lstStyle/>
          <a:p>
            <a:r>
              <a:rPr lang="en-IN" sz="3200" dirty="0">
                <a:latin typeface="Times New Roman" panose="02020603050405020304" pitchFamily="18" charset="0"/>
                <a:cs typeface="Times New Roman" panose="02020603050405020304" pitchFamily="18" charset="0"/>
              </a:rPr>
              <a:t>Manual deployment </a:t>
            </a:r>
          </a:p>
          <a:p>
            <a:r>
              <a:rPr lang="en-IN" sz="3200" dirty="0">
                <a:latin typeface="Times New Roman" panose="02020603050405020304" pitchFamily="18" charset="0"/>
                <a:cs typeface="Times New Roman" panose="02020603050405020304" pitchFamily="18" charset="0"/>
              </a:rPr>
              <a:t>No monitoring </a:t>
            </a:r>
          </a:p>
          <a:p>
            <a:r>
              <a:rPr lang="en-IN" sz="3200" dirty="0">
                <a:latin typeface="Times New Roman" panose="02020603050405020304" pitchFamily="18" charset="0"/>
                <a:cs typeface="Times New Roman" panose="02020603050405020304" pitchFamily="18" charset="0"/>
              </a:rPr>
              <a:t>Poor collaboration</a:t>
            </a:r>
          </a:p>
          <a:p>
            <a:r>
              <a:rPr lang="en-IN" sz="3200" dirty="0">
                <a:latin typeface="Times New Roman" panose="02020603050405020304" pitchFamily="18" charset="0"/>
                <a:cs typeface="Times New Roman" panose="02020603050405020304" pitchFamily="18" charset="0"/>
              </a:rPr>
              <a:t> Duplicate work </a:t>
            </a:r>
          </a:p>
          <a:p>
            <a:r>
              <a:rPr lang="en-IN" sz="3200" dirty="0">
                <a:latin typeface="Times New Roman" panose="02020603050405020304" pitchFamily="18" charset="0"/>
                <a:cs typeface="Times New Roman" panose="02020603050405020304" pitchFamily="18" charset="0"/>
              </a:rPr>
              <a:t>Difficult debugging</a:t>
            </a:r>
          </a:p>
          <a:p>
            <a:r>
              <a:rPr lang="en-IN" sz="3200" dirty="0">
                <a:latin typeface="Times New Roman" panose="02020603050405020304" pitchFamily="18" charset="0"/>
                <a:cs typeface="Times New Roman" panose="02020603050405020304" pitchFamily="18" charset="0"/>
              </a:rPr>
              <a:t> No model versioning </a:t>
            </a:r>
          </a:p>
          <a:p>
            <a:r>
              <a:rPr lang="en-IN" sz="3200" dirty="0">
                <a:latin typeface="Times New Roman" panose="02020603050405020304" pitchFamily="18" charset="0"/>
                <a:cs typeface="Times New Roman" panose="02020603050405020304" pitchFamily="18" charset="0"/>
              </a:rPr>
              <a:t>Slow updates </a:t>
            </a:r>
          </a:p>
          <a:p>
            <a:r>
              <a:rPr lang="en-IN" sz="3200" dirty="0">
                <a:latin typeface="Times New Roman" panose="02020603050405020304" pitchFamily="18" charset="0"/>
                <a:cs typeface="Times New Roman" panose="02020603050405020304" pitchFamily="18" charset="0"/>
              </a:rPr>
              <a:t>Accuracy degradation</a:t>
            </a:r>
          </a:p>
        </p:txBody>
      </p:sp>
    </p:spTree>
    <p:extLst>
      <p:ext uri="{BB962C8B-B14F-4D97-AF65-F5344CB8AC3E}">
        <p14:creationId xmlns:p14="http://schemas.microsoft.com/office/powerpoint/2010/main" val="15516938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95029-865E-22BC-3FFF-7CB68FCE2C94}"/>
              </a:ext>
            </a:extLst>
          </p:cNvPr>
          <p:cNvSpPr>
            <a:spLocks noGrp="1"/>
          </p:cNvSpPr>
          <p:nvPr>
            <p:ph type="title"/>
          </p:nvPr>
        </p:nvSpPr>
        <p:spPr>
          <a:xfrm>
            <a:off x="1141413" y="-110825"/>
            <a:ext cx="9905998" cy="959911"/>
          </a:xfrm>
        </p:spPr>
        <p:txBody>
          <a:bodyPr/>
          <a:lstStyle/>
          <a:p>
            <a:pPr algn="ctr"/>
            <a:r>
              <a:rPr lang="en-US" dirty="0">
                <a:latin typeface="Times New Roman" panose="02020603050405020304" pitchFamily="18" charset="0"/>
                <a:cs typeface="Times New Roman" panose="02020603050405020304" pitchFamily="18" charset="0"/>
              </a:rPr>
              <a:t>MLOPS TOOLS</a:t>
            </a:r>
            <a:endParaRPr lang="en-IN"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442A4618-79CD-4348-FAD5-1C3E3E6540F7}"/>
              </a:ext>
            </a:extLst>
          </p:cNvPr>
          <p:cNvGraphicFramePr>
            <a:graphicFrameLocks noGrp="1"/>
          </p:cNvGraphicFramePr>
          <p:nvPr>
            <p:ph idx="1"/>
            <p:extLst>
              <p:ext uri="{D42A27DB-BD31-4B8C-83A1-F6EECF244321}">
                <p14:modId xmlns:p14="http://schemas.microsoft.com/office/powerpoint/2010/main" val="3998797947"/>
              </p:ext>
            </p:extLst>
          </p:nvPr>
        </p:nvGraphicFramePr>
        <p:xfrm>
          <a:off x="1065211" y="674914"/>
          <a:ext cx="9906000" cy="6183090"/>
        </p:xfrm>
        <a:graphic>
          <a:graphicData uri="http://schemas.openxmlformats.org/drawingml/2006/table">
            <a:tbl>
              <a:tblPr/>
              <a:tblGrid>
                <a:gridCol w="4953000">
                  <a:extLst>
                    <a:ext uri="{9D8B030D-6E8A-4147-A177-3AD203B41FA5}">
                      <a16:colId xmlns:a16="http://schemas.microsoft.com/office/drawing/2014/main" val="247334436"/>
                    </a:ext>
                  </a:extLst>
                </a:gridCol>
                <a:gridCol w="4953000">
                  <a:extLst>
                    <a:ext uri="{9D8B030D-6E8A-4147-A177-3AD203B41FA5}">
                      <a16:colId xmlns:a16="http://schemas.microsoft.com/office/drawing/2014/main" val="2202000603"/>
                    </a:ext>
                  </a:extLst>
                </a:gridCol>
              </a:tblGrid>
              <a:tr h="618309">
                <a:tc>
                  <a:txBody>
                    <a:bodyPr/>
                    <a:lstStyle/>
                    <a:p>
                      <a:pPr>
                        <a:buNone/>
                      </a:pPr>
                      <a:r>
                        <a:rPr lang="en-IN" sz="3200" dirty="0">
                          <a:solidFill>
                            <a:srgbClr val="FFFF00"/>
                          </a:solidFill>
                          <a:latin typeface="Times New Roman" panose="02020603050405020304" pitchFamily="18" charset="0"/>
                          <a:cs typeface="Times New Roman" panose="02020603050405020304" pitchFamily="18" charset="0"/>
                        </a:rPr>
                        <a:t>Stage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dirty="0">
                          <a:solidFill>
                            <a:srgbClr val="FFFF00"/>
                          </a:solidFill>
                          <a:latin typeface="Times New Roman" panose="02020603050405020304" pitchFamily="18" charset="0"/>
                          <a:cs typeface="Times New Roman" panose="02020603050405020304" pitchFamily="18" charset="0"/>
                        </a:rPr>
                        <a:t>Tools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6326640"/>
                  </a:ext>
                </a:extLst>
              </a:tr>
              <a:tr h="618309">
                <a:tc>
                  <a:txBody>
                    <a:bodyPr/>
                    <a:lstStyle/>
                    <a:p>
                      <a:pPr>
                        <a:buNone/>
                      </a:pPr>
                      <a:r>
                        <a:rPr lang="en-IN" sz="3200">
                          <a:latin typeface="Times New Roman" panose="02020603050405020304" pitchFamily="18" charset="0"/>
                          <a:cs typeface="Times New Roman" panose="02020603050405020304" pitchFamily="18" charset="0"/>
                        </a:rPr>
                        <a:t>Version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a:latin typeface="Times New Roman" panose="02020603050405020304" pitchFamily="18" charset="0"/>
                          <a:cs typeface="Times New Roman" panose="02020603050405020304" pitchFamily="18" charset="0"/>
                        </a:rPr>
                        <a:t>Git, GitHub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1090676"/>
                  </a:ext>
                </a:extLst>
              </a:tr>
              <a:tr h="618309">
                <a:tc>
                  <a:txBody>
                    <a:bodyPr/>
                    <a:lstStyle/>
                    <a:p>
                      <a:pPr>
                        <a:buNone/>
                      </a:pPr>
                      <a:r>
                        <a:rPr lang="en-IN" sz="3200" dirty="0">
                          <a:latin typeface="Times New Roman" panose="02020603050405020304" pitchFamily="18" charset="0"/>
                          <a:cs typeface="Times New Roman" panose="02020603050405020304" pitchFamily="18" charset="0"/>
                        </a:rPr>
                        <a:t>Data Versioning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dirty="0">
                          <a:latin typeface="Times New Roman" panose="02020603050405020304" pitchFamily="18" charset="0"/>
                          <a:cs typeface="Times New Roman" panose="02020603050405020304" pitchFamily="18" charset="0"/>
                        </a:rPr>
                        <a:t>DVC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562458"/>
                  </a:ext>
                </a:extLst>
              </a:tr>
              <a:tr h="618309">
                <a:tc>
                  <a:txBody>
                    <a:bodyPr/>
                    <a:lstStyle/>
                    <a:p>
                      <a:pPr>
                        <a:buNone/>
                      </a:pPr>
                      <a:r>
                        <a:rPr lang="en-IN" sz="3200">
                          <a:latin typeface="Times New Roman" panose="02020603050405020304" pitchFamily="18" charset="0"/>
                          <a:cs typeface="Times New Roman" panose="02020603050405020304" pitchFamily="18" charset="0"/>
                        </a:rPr>
                        <a:t>Experiment Tracking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a:latin typeface="Times New Roman" panose="02020603050405020304" pitchFamily="18" charset="0"/>
                          <a:cs typeface="Times New Roman" panose="02020603050405020304" pitchFamily="18" charset="0"/>
                        </a:rPr>
                        <a:t>MLflow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601427"/>
                  </a:ext>
                </a:extLst>
              </a:tr>
              <a:tr h="618309">
                <a:tc>
                  <a:txBody>
                    <a:bodyPr/>
                    <a:lstStyle/>
                    <a:p>
                      <a:pPr>
                        <a:buNone/>
                      </a:pPr>
                      <a:r>
                        <a:rPr lang="en-IN" sz="3200">
                          <a:latin typeface="Times New Roman" panose="02020603050405020304" pitchFamily="18" charset="0"/>
                          <a:cs typeface="Times New Roman" panose="02020603050405020304" pitchFamily="18" charset="0"/>
                        </a:rPr>
                        <a:t>Containerization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a:latin typeface="Times New Roman" panose="02020603050405020304" pitchFamily="18" charset="0"/>
                          <a:cs typeface="Times New Roman" panose="02020603050405020304" pitchFamily="18" charset="0"/>
                        </a:rPr>
                        <a:t>Docker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0070506"/>
                  </a:ext>
                </a:extLst>
              </a:tr>
              <a:tr h="618309">
                <a:tc>
                  <a:txBody>
                    <a:bodyPr/>
                    <a:lstStyle/>
                    <a:p>
                      <a:pPr>
                        <a:buNone/>
                      </a:pPr>
                      <a:r>
                        <a:rPr lang="en-IN" sz="3200">
                          <a:latin typeface="Times New Roman" panose="02020603050405020304" pitchFamily="18" charset="0"/>
                          <a:cs typeface="Times New Roman" panose="02020603050405020304" pitchFamily="18" charset="0"/>
                        </a:rPr>
                        <a:t>API 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dirty="0" err="1">
                          <a:latin typeface="Times New Roman" panose="02020603050405020304" pitchFamily="18" charset="0"/>
                          <a:cs typeface="Times New Roman" panose="02020603050405020304" pitchFamily="18" charset="0"/>
                        </a:rPr>
                        <a:t>FastAPI</a:t>
                      </a:r>
                      <a:endParaRPr lang="en-IN" sz="3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1260795"/>
                  </a:ext>
                </a:extLst>
              </a:tr>
              <a:tr h="618309">
                <a:tc>
                  <a:txBody>
                    <a:bodyPr/>
                    <a:lstStyle/>
                    <a:p>
                      <a:pPr>
                        <a:buNone/>
                      </a:pPr>
                      <a:r>
                        <a:rPr lang="en-IN" sz="3200">
                          <a:latin typeface="Times New Roman" panose="02020603050405020304" pitchFamily="18" charset="0"/>
                          <a:cs typeface="Times New Roman" panose="02020603050405020304" pitchFamily="18" charset="0"/>
                        </a:rPr>
                        <a:t>Workflow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a:latin typeface="Times New Roman" panose="02020603050405020304" pitchFamily="18" charset="0"/>
                          <a:cs typeface="Times New Roman" panose="02020603050405020304" pitchFamily="18" charset="0"/>
                        </a:rPr>
                        <a:t>Airflow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090062"/>
                  </a:ext>
                </a:extLst>
              </a:tr>
              <a:tr h="618309">
                <a:tc>
                  <a:txBody>
                    <a:bodyPr/>
                    <a:lstStyle/>
                    <a:p>
                      <a:pPr>
                        <a:buNone/>
                      </a:pPr>
                      <a:r>
                        <a:rPr lang="en-IN" sz="3200">
                          <a:latin typeface="Times New Roman" panose="02020603050405020304" pitchFamily="18" charset="0"/>
                          <a:cs typeface="Times New Roman" panose="02020603050405020304" pitchFamily="18" charset="0"/>
                        </a:rPr>
                        <a:t>Kubernetes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a:latin typeface="Times New Roman" panose="02020603050405020304" pitchFamily="18" charset="0"/>
                          <a:cs typeface="Times New Roman" panose="02020603050405020304" pitchFamily="18" charset="0"/>
                        </a:rPr>
                        <a:t>Kubernetes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677092"/>
                  </a:ext>
                </a:extLst>
              </a:tr>
              <a:tr h="618309">
                <a:tc>
                  <a:txBody>
                    <a:bodyPr/>
                    <a:lstStyle/>
                    <a:p>
                      <a:pPr>
                        <a:buNone/>
                      </a:pPr>
                      <a:r>
                        <a:rPr lang="en-IN" sz="3200">
                          <a:latin typeface="Times New Roman" panose="02020603050405020304" pitchFamily="18" charset="0"/>
                          <a:cs typeface="Times New Roman" panose="02020603050405020304" pitchFamily="18" charset="0"/>
                        </a:rPr>
                        <a:t>Monitoring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a:latin typeface="Times New Roman" panose="02020603050405020304" pitchFamily="18" charset="0"/>
                          <a:cs typeface="Times New Roman" panose="02020603050405020304" pitchFamily="18" charset="0"/>
                        </a:rPr>
                        <a:t>Prometheus, Grafana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7361210"/>
                  </a:ext>
                </a:extLst>
              </a:tr>
              <a:tr h="618309">
                <a:tc>
                  <a:txBody>
                    <a:bodyPr/>
                    <a:lstStyle/>
                    <a:p>
                      <a:pPr>
                        <a:buNone/>
                      </a:pPr>
                      <a:r>
                        <a:rPr lang="en-IN" sz="3200">
                          <a:latin typeface="Times New Roman" panose="02020603050405020304" pitchFamily="18" charset="0"/>
                          <a:cs typeface="Times New Roman" panose="02020603050405020304" pitchFamily="18" charset="0"/>
                        </a:rPr>
                        <a:t>Data Validation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dirty="0">
                          <a:latin typeface="Times New Roman" panose="02020603050405020304" pitchFamily="18" charset="0"/>
                          <a:cs typeface="Times New Roman" panose="02020603050405020304" pitchFamily="18" charset="0"/>
                        </a:rPr>
                        <a:t>Evidently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2121874"/>
                  </a:ext>
                </a:extLst>
              </a:tr>
            </a:tbl>
          </a:graphicData>
        </a:graphic>
      </p:graphicFrame>
    </p:spTree>
    <p:extLst>
      <p:ext uri="{BB962C8B-B14F-4D97-AF65-F5344CB8AC3E}">
        <p14:creationId xmlns:p14="http://schemas.microsoft.com/office/powerpoint/2010/main" val="542978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5B902-C600-CE45-F8F5-8BB2B3AD6026}"/>
              </a:ext>
            </a:extLst>
          </p:cNvPr>
          <p:cNvSpPr>
            <a:spLocks noGrp="1"/>
          </p:cNvSpPr>
          <p:nvPr>
            <p:ph type="title"/>
          </p:nvPr>
        </p:nvSpPr>
        <p:spPr>
          <a:xfrm>
            <a:off x="1141412" y="0"/>
            <a:ext cx="9905998" cy="870857"/>
          </a:xfrm>
        </p:spPr>
        <p:txBody>
          <a:bodyPr/>
          <a:lstStyle/>
          <a:p>
            <a:pPr algn="ctr"/>
            <a:r>
              <a:rPr lang="en-US" dirty="0">
                <a:latin typeface="Times New Roman" panose="02020603050405020304" pitchFamily="18" charset="0"/>
                <a:cs typeface="Times New Roman" panose="02020603050405020304" pitchFamily="18" charset="0"/>
              </a:rPr>
              <a:t>NEED FOR MLOPS</a:t>
            </a:r>
            <a:endParaRPr lang="en-IN"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FE6D691F-5487-6F98-AAE0-02516B953B66}"/>
              </a:ext>
            </a:extLst>
          </p:cNvPr>
          <p:cNvGraphicFramePr>
            <a:graphicFrameLocks noGrp="1"/>
          </p:cNvGraphicFramePr>
          <p:nvPr>
            <p:ph idx="1"/>
            <p:extLst>
              <p:ext uri="{D42A27DB-BD31-4B8C-83A1-F6EECF244321}">
                <p14:modId xmlns:p14="http://schemas.microsoft.com/office/powerpoint/2010/main" val="3093330866"/>
              </p:ext>
            </p:extLst>
          </p:nvPr>
        </p:nvGraphicFramePr>
        <p:xfrm>
          <a:off x="1343819" y="870858"/>
          <a:ext cx="10118838" cy="5900062"/>
        </p:xfrm>
        <a:graphic>
          <a:graphicData uri="http://schemas.openxmlformats.org/drawingml/2006/table">
            <a:tbl>
              <a:tblPr/>
              <a:tblGrid>
                <a:gridCol w="5059419">
                  <a:extLst>
                    <a:ext uri="{9D8B030D-6E8A-4147-A177-3AD203B41FA5}">
                      <a16:colId xmlns:a16="http://schemas.microsoft.com/office/drawing/2014/main" val="793425268"/>
                    </a:ext>
                  </a:extLst>
                </a:gridCol>
                <a:gridCol w="5059419">
                  <a:extLst>
                    <a:ext uri="{9D8B030D-6E8A-4147-A177-3AD203B41FA5}">
                      <a16:colId xmlns:a16="http://schemas.microsoft.com/office/drawing/2014/main" val="2666704104"/>
                    </a:ext>
                  </a:extLst>
                </a:gridCol>
              </a:tblGrid>
              <a:tr h="842866">
                <a:tc>
                  <a:txBody>
                    <a:bodyPr/>
                    <a:lstStyle/>
                    <a:p>
                      <a:pPr>
                        <a:buNone/>
                      </a:pPr>
                      <a:r>
                        <a:rPr lang="en-IN" sz="3200">
                          <a:solidFill>
                            <a:srgbClr val="FFFF00"/>
                          </a:solidFill>
                          <a:latin typeface="Times New Roman" panose="02020603050405020304" pitchFamily="18" charset="0"/>
                          <a:cs typeface="Times New Roman" panose="02020603050405020304" pitchFamily="18" charset="0"/>
                        </a:rPr>
                        <a:t>Problem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dirty="0" err="1">
                          <a:solidFill>
                            <a:srgbClr val="FFFF00"/>
                          </a:solidFill>
                          <a:latin typeface="Times New Roman" panose="02020603050405020304" pitchFamily="18" charset="0"/>
                          <a:cs typeface="Times New Roman" panose="02020603050405020304" pitchFamily="18" charset="0"/>
                        </a:rPr>
                        <a:t>MLOps</a:t>
                      </a:r>
                      <a:r>
                        <a:rPr lang="en-IN" sz="3200" dirty="0">
                          <a:solidFill>
                            <a:srgbClr val="FFFF00"/>
                          </a:solidFill>
                          <a:latin typeface="Times New Roman" panose="02020603050405020304" pitchFamily="18" charset="0"/>
                          <a:cs typeface="Times New Roman" panose="02020603050405020304" pitchFamily="18" charset="0"/>
                        </a:rPr>
                        <a:t> Solution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196627"/>
                  </a:ext>
                </a:extLst>
              </a:tr>
              <a:tr h="842866">
                <a:tc>
                  <a:txBody>
                    <a:bodyPr/>
                    <a:lstStyle/>
                    <a:p>
                      <a:pPr>
                        <a:buNone/>
                      </a:pPr>
                      <a:r>
                        <a:rPr lang="en-IN" sz="3200">
                          <a:latin typeface="Times New Roman" panose="02020603050405020304" pitchFamily="18" charset="0"/>
                          <a:cs typeface="Times New Roman" panose="02020603050405020304" pitchFamily="18" charset="0"/>
                        </a:rPr>
                        <a:t>Manual 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a:latin typeface="Times New Roman" panose="02020603050405020304" pitchFamily="18" charset="0"/>
                          <a:cs typeface="Times New Roman" panose="02020603050405020304" pitchFamily="18" charset="0"/>
                        </a:rPr>
                        <a:t>Automated 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5326125"/>
                  </a:ext>
                </a:extLst>
              </a:tr>
              <a:tr h="842866">
                <a:tc>
                  <a:txBody>
                    <a:bodyPr/>
                    <a:lstStyle/>
                    <a:p>
                      <a:pPr>
                        <a:buNone/>
                      </a:pPr>
                      <a:r>
                        <a:rPr lang="en-IN" sz="3200">
                          <a:latin typeface="Times New Roman" panose="02020603050405020304" pitchFamily="18" charset="0"/>
                          <a:cs typeface="Times New Roman" panose="02020603050405020304" pitchFamily="18" charset="0"/>
                        </a:rPr>
                        <a:t>No monitoring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a:latin typeface="Times New Roman" panose="02020603050405020304" pitchFamily="18" charset="0"/>
                          <a:cs typeface="Times New Roman" panose="02020603050405020304" pitchFamily="18" charset="0"/>
                        </a:rPr>
                        <a:t>Continuous monitoring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4979887"/>
                  </a:ext>
                </a:extLst>
              </a:tr>
              <a:tr h="842866">
                <a:tc>
                  <a:txBody>
                    <a:bodyPr/>
                    <a:lstStyle/>
                    <a:p>
                      <a:pPr>
                        <a:buNone/>
                      </a:pPr>
                      <a:r>
                        <a:rPr lang="en-IN" sz="3200" dirty="0">
                          <a:latin typeface="Times New Roman" panose="02020603050405020304" pitchFamily="18" charset="0"/>
                          <a:cs typeface="Times New Roman" panose="02020603050405020304" pitchFamily="18" charset="0"/>
                        </a:rPr>
                        <a:t>No version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dirty="0">
                          <a:latin typeface="Times New Roman" panose="02020603050405020304" pitchFamily="18" charset="0"/>
                          <a:cs typeface="Times New Roman" panose="02020603050405020304" pitchFamily="18" charset="0"/>
                        </a:rPr>
                        <a:t>Model versioning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0319016"/>
                  </a:ext>
                </a:extLst>
              </a:tr>
              <a:tr h="842866">
                <a:tc>
                  <a:txBody>
                    <a:bodyPr/>
                    <a:lstStyle/>
                    <a:p>
                      <a:pPr>
                        <a:buNone/>
                      </a:pPr>
                      <a:r>
                        <a:rPr lang="en-IN" sz="3200">
                          <a:latin typeface="Times New Roman" panose="02020603050405020304" pitchFamily="18" charset="0"/>
                          <a:cs typeface="Times New Roman" panose="02020603050405020304" pitchFamily="18" charset="0"/>
                        </a:rPr>
                        <a:t>Poor collaboration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a:latin typeface="Times New Roman" panose="02020603050405020304" pitchFamily="18" charset="0"/>
                          <a:cs typeface="Times New Roman" panose="02020603050405020304" pitchFamily="18" charset="0"/>
                        </a:rPr>
                        <a:t>Shared workflow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292487"/>
                  </a:ext>
                </a:extLst>
              </a:tr>
              <a:tr h="842866">
                <a:tc>
                  <a:txBody>
                    <a:bodyPr/>
                    <a:lstStyle/>
                    <a:p>
                      <a:pPr>
                        <a:buNone/>
                      </a:pPr>
                      <a:r>
                        <a:rPr lang="en-IN" sz="3200">
                          <a:latin typeface="Times New Roman" panose="02020603050405020304" pitchFamily="18" charset="0"/>
                          <a:cs typeface="Times New Roman" panose="02020603050405020304" pitchFamily="18" charset="0"/>
                        </a:rPr>
                        <a:t>Model drift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a:latin typeface="Times New Roman" panose="02020603050405020304" pitchFamily="18" charset="0"/>
                          <a:cs typeface="Times New Roman" panose="02020603050405020304" pitchFamily="18" charset="0"/>
                        </a:rPr>
                        <a:t>Automatic retraining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3417236"/>
                  </a:ext>
                </a:extLst>
              </a:tr>
              <a:tr h="842866">
                <a:tc>
                  <a:txBody>
                    <a:bodyPr/>
                    <a:lstStyle/>
                    <a:p>
                      <a:pPr>
                        <a:buNone/>
                      </a:pPr>
                      <a:r>
                        <a:rPr lang="en-IN" sz="3200">
                          <a:latin typeface="Times New Roman" panose="02020603050405020304" pitchFamily="18" charset="0"/>
                          <a:cs typeface="Times New Roman" panose="02020603050405020304" pitchFamily="18" charset="0"/>
                        </a:rPr>
                        <a:t>Difficult debugging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dirty="0">
                          <a:latin typeface="Times New Roman" panose="02020603050405020304" pitchFamily="18" charset="0"/>
                          <a:cs typeface="Times New Roman" panose="02020603050405020304" pitchFamily="18" charset="0"/>
                        </a:rPr>
                        <a:t>Experiment tracking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0539686"/>
                  </a:ext>
                </a:extLst>
              </a:tr>
            </a:tbl>
          </a:graphicData>
        </a:graphic>
      </p:graphicFrame>
    </p:spTree>
    <p:extLst>
      <p:ext uri="{BB962C8B-B14F-4D97-AF65-F5344CB8AC3E}">
        <p14:creationId xmlns:p14="http://schemas.microsoft.com/office/powerpoint/2010/main" val="10416139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FB5A8-AC83-EF27-E1FD-0D2780F7811D}"/>
              </a:ext>
            </a:extLst>
          </p:cNvPr>
          <p:cNvSpPr>
            <a:spLocks noGrp="1"/>
          </p:cNvSpPr>
          <p:nvPr>
            <p:ph type="title"/>
          </p:nvPr>
        </p:nvSpPr>
        <p:spPr>
          <a:xfrm>
            <a:off x="1143001" y="-185056"/>
            <a:ext cx="9905998" cy="1066799"/>
          </a:xfrm>
        </p:spPr>
        <p:txBody>
          <a:bodyPr/>
          <a:lstStyle/>
          <a:p>
            <a:pPr algn="ctr"/>
            <a:r>
              <a:rPr lang="en-US" dirty="0">
                <a:latin typeface="Times New Roman" panose="02020603050405020304" pitchFamily="18" charset="0"/>
                <a:cs typeface="Times New Roman" panose="02020603050405020304" pitchFamily="18" charset="0"/>
              </a:rPr>
              <a:t>DEVOPS VS MLOPS</a:t>
            </a:r>
            <a:endParaRPr lang="en-IN"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534618F6-25ED-E316-B436-A1A3CA1883E7}"/>
              </a:ext>
            </a:extLst>
          </p:cNvPr>
          <p:cNvGraphicFramePr>
            <a:graphicFrameLocks noGrp="1"/>
          </p:cNvGraphicFramePr>
          <p:nvPr>
            <p:ph idx="1"/>
            <p:extLst>
              <p:ext uri="{D42A27DB-BD31-4B8C-83A1-F6EECF244321}">
                <p14:modId xmlns:p14="http://schemas.microsoft.com/office/powerpoint/2010/main" val="158024018"/>
              </p:ext>
            </p:extLst>
          </p:nvPr>
        </p:nvGraphicFramePr>
        <p:xfrm>
          <a:off x="1230085" y="881743"/>
          <a:ext cx="10243458" cy="6098344"/>
        </p:xfrm>
        <a:graphic>
          <a:graphicData uri="http://schemas.openxmlformats.org/drawingml/2006/table">
            <a:tbl>
              <a:tblPr/>
              <a:tblGrid>
                <a:gridCol w="2547258">
                  <a:extLst>
                    <a:ext uri="{9D8B030D-6E8A-4147-A177-3AD203B41FA5}">
                      <a16:colId xmlns:a16="http://schemas.microsoft.com/office/drawing/2014/main" val="4237295408"/>
                    </a:ext>
                  </a:extLst>
                </a:gridCol>
                <a:gridCol w="4281714">
                  <a:extLst>
                    <a:ext uri="{9D8B030D-6E8A-4147-A177-3AD203B41FA5}">
                      <a16:colId xmlns:a16="http://schemas.microsoft.com/office/drawing/2014/main" val="2394489662"/>
                    </a:ext>
                  </a:extLst>
                </a:gridCol>
                <a:gridCol w="3414486">
                  <a:extLst>
                    <a:ext uri="{9D8B030D-6E8A-4147-A177-3AD203B41FA5}">
                      <a16:colId xmlns:a16="http://schemas.microsoft.com/office/drawing/2014/main" val="565618004"/>
                    </a:ext>
                  </a:extLst>
                </a:gridCol>
              </a:tblGrid>
              <a:tr h="602901">
                <a:tc>
                  <a:txBody>
                    <a:bodyPr/>
                    <a:lstStyle/>
                    <a:p>
                      <a:pPr algn="ctr">
                        <a:buNone/>
                      </a:pPr>
                      <a:r>
                        <a:rPr lang="en-IN" sz="2400" dirty="0">
                          <a:solidFill>
                            <a:srgbClr val="FFFF00"/>
                          </a:solidFill>
                          <a:latin typeface="Times New Roman" panose="02020603050405020304" pitchFamily="18" charset="0"/>
                          <a:cs typeface="Times New Roman" panose="02020603050405020304" pitchFamily="18"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dirty="0">
                          <a:solidFill>
                            <a:srgbClr val="FFFF00"/>
                          </a:solidFill>
                          <a:latin typeface="Times New Roman" panose="02020603050405020304" pitchFamily="18" charset="0"/>
                          <a:cs typeface="Times New Roman" panose="02020603050405020304" pitchFamily="18" charset="0"/>
                        </a:rPr>
                        <a:t>DevOps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dirty="0" err="1">
                          <a:solidFill>
                            <a:srgbClr val="FFFF00"/>
                          </a:solidFill>
                          <a:latin typeface="Times New Roman" panose="02020603050405020304" pitchFamily="18" charset="0"/>
                          <a:cs typeface="Times New Roman" panose="02020603050405020304" pitchFamily="18" charset="0"/>
                        </a:rPr>
                        <a:t>MLOps</a:t>
                      </a:r>
                      <a:endParaRPr lang="en-IN" sz="2400" dirty="0">
                        <a:solidFill>
                          <a:srgbClr val="FFFF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7348509"/>
                  </a:ext>
                </a:extLst>
              </a:tr>
              <a:tr h="602901">
                <a:tc>
                  <a:txBody>
                    <a:bodyPr/>
                    <a:lstStyle/>
                    <a:p>
                      <a:pPr>
                        <a:buNone/>
                      </a:pPr>
                      <a:r>
                        <a:rPr lang="en-IN" sz="2400">
                          <a:latin typeface="Times New Roman" panose="02020603050405020304" pitchFamily="18" charset="0"/>
                          <a:cs typeface="Times New Roman" panose="02020603050405020304" pitchFamily="18" charset="0"/>
                        </a:rPr>
                        <a:t>Focus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Software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Machine Learning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8906539"/>
                  </a:ext>
                </a:extLst>
              </a:tr>
              <a:tr h="602901">
                <a:tc>
                  <a:txBody>
                    <a:bodyPr/>
                    <a:lstStyle/>
                    <a:p>
                      <a:pPr>
                        <a:buNone/>
                      </a:pPr>
                      <a:r>
                        <a:rPr lang="en-IN" sz="2400" dirty="0">
                          <a:latin typeface="Times New Roman" panose="02020603050405020304" pitchFamily="18" charset="0"/>
                          <a:cs typeface="Times New Roman" panose="02020603050405020304" pitchFamily="18" charset="0"/>
                        </a:rPr>
                        <a:t>Main Input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Source Code (Static)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Code + Data(change) +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873214"/>
                  </a:ext>
                </a:extLst>
              </a:tr>
              <a:tr h="1055077">
                <a:tc>
                  <a:txBody>
                    <a:bodyPr/>
                    <a:lstStyle/>
                    <a:p>
                      <a:pPr>
                        <a:buNone/>
                      </a:pPr>
                      <a:r>
                        <a:rPr lang="en-IN" sz="2400" dirty="0">
                          <a:latin typeface="Times New Roman" panose="02020603050405020304" pitchFamily="18" charset="0"/>
                          <a:cs typeface="Times New Roman" panose="02020603050405020304" pitchFamily="18" charset="0"/>
                        </a:rPr>
                        <a:t>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Unit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Model Validation + Data Validation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7364357"/>
                  </a:ext>
                </a:extLst>
              </a:tr>
              <a:tr h="602901">
                <a:tc>
                  <a:txBody>
                    <a:bodyPr/>
                    <a:lstStyle/>
                    <a:p>
                      <a:pPr>
                        <a:buNone/>
                      </a:pPr>
                      <a:r>
                        <a:rPr lang="en-IN" sz="2400">
                          <a:latin typeface="Times New Roman" panose="02020603050405020304" pitchFamily="18" charset="0"/>
                          <a:cs typeface="Times New Roman" panose="02020603050405020304" pitchFamily="18" charset="0"/>
                        </a:rPr>
                        <a:t>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ML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2918554"/>
                  </a:ext>
                </a:extLst>
              </a:tr>
              <a:tr h="602901">
                <a:tc>
                  <a:txBody>
                    <a:bodyPr/>
                    <a:lstStyle/>
                    <a:p>
                      <a:pPr>
                        <a:buNone/>
                      </a:pPr>
                      <a:r>
                        <a:rPr lang="en-IN" sz="2400">
                          <a:latin typeface="Times New Roman" panose="02020603050405020304" pitchFamily="18" charset="0"/>
                          <a:cs typeface="Times New Roman" panose="02020603050405020304" pitchFamily="18" charset="0"/>
                        </a:rPr>
                        <a:t>Monitoring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Server 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Server + Model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6701961"/>
                  </a:ext>
                </a:extLst>
              </a:tr>
              <a:tr h="602901">
                <a:tc>
                  <a:txBody>
                    <a:bodyPr/>
                    <a:lstStyle/>
                    <a:p>
                      <a:pPr>
                        <a:buNone/>
                      </a:pPr>
                      <a:r>
                        <a:rPr lang="en-IN" sz="2400">
                          <a:latin typeface="Times New Roman" panose="02020603050405020304" pitchFamily="18" charset="0"/>
                          <a:cs typeface="Times New Roman" panose="02020603050405020304" pitchFamily="18" charset="0"/>
                        </a:rPr>
                        <a:t>Versioning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Code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Code + Data +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2841752"/>
                  </a:ext>
                </a:extLst>
              </a:tr>
              <a:tr h="602901">
                <a:tc>
                  <a:txBody>
                    <a:bodyPr/>
                    <a:lstStyle/>
                    <a:p>
                      <a:pPr>
                        <a:buNone/>
                      </a:pPr>
                      <a:r>
                        <a:rPr lang="en-IN" sz="2400">
                          <a:latin typeface="Times New Roman" panose="02020603050405020304" pitchFamily="18" charset="0"/>
                          <a:cs typeface="Times New Roman" panose="02020603050405020304" pitchFamily="18" charset="0"/>
                        </a:rPr>
                        <a:t>Retraining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Not Required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Required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8653314"/>
                  </a:ext>
                </a:extLst>
              </a:tr>
              <a:tr h="602901">
                <a:tc>
                  <a:txBody>
                    <a:bodyPr/>
                    <a:lstStyle/>
                    <a:p>
                      <a:pPr>
                        <a:buNone/>
                      </a:pPr>
                      <a:r>
                        <a:rPr lang="en-IN" sz="2400">
                          <a:latin typeface="Times New Roman" panose="02020603050405020304" pitchFamily="18" charset="0"/>
                          <a:cs typeface="Times New Roman" panose="02020603050405020304" pitchFamily="18" charset="0"/>
                        </a:rPr>
                        <a:t>Data Dependency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Very 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1167008"/>
                  </a:ext>
                </a:extLst>
              </a:tr>
            </a:tbl>
          </a:graphicData>
        </a:graphic>
      </p:graphicFrame>
    </p:spTree>
    <p:extLst>
      <p:ext uri="{BB962C8B-B14F-4D97-AF65-F5344CB8AC3E}">
        <p14:creationId xmlns:p14="http://schemas.microsoft.com/office/powerpoint/2010/main" val="36477370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F21FA-8F15-DB65-A57E-0A79E7E502E9}"/>
              </a:ext>
            </a:extLst>
          </p:cNvPr>
          <p:cNvSpPr>
            <a:spLocks noGrp="1"/>
          </p:cNvSpPr>
          <p:nvPr>
            <p:ph type="title"/>
          </p:nvPr>
        </p:nvSpPr>
        <p:spPr>
          <a:xfrm>
            <a:off x="1141413" y="0"/>
            <a:ext cx="9905998" cy="1066799"/>
          </a:xfrm>
        </p:spPr>
        <p:txBody>
          <a:bodyPr/>
          <a:lstStyle/>
          <a:p>
            <a:pPr algn="ctr"/>
            <a:r>
              <a:rPr lang="en-US" dirty="0"/>
              <a:t>DEVOPS WORKFLOW</a:t>
            </a:r>
            <a:endParaRPr lang="en-IN" dirty="0"/>
          </a:p>
        </p:txBody>
      </p:sp>
      <p:sp>
        <p:nvSpPr>
          <p:cNvPr id="3" name="Content Placeholder 2">
            <a:extLst>
              <a:ext uri="{FF2B5EF4-FFF2-40B4-BE49-F238E27FC236}">
                <a16:creationId xmlns:a16="http://schemas.microsoft.com/office/drawing/2014/main" id="{979FF340-5B3B-575A-8632-96C0248BD44E}"/>
              </a:ext>
            </a:extLst>
          </p:cNvPr>
          <p:cNvSpPr>
            <a:spLocks noGrp="1"/>
          </p:cNvSpPr>
          <p:nvPr>
            <p:ph idx="1"/>
          </p:nvPr>
        </p:nvSpPr>
        <p:spPr>
          <a:xfrm>
            <a:off x="1141412" y="1066799"/>
            <a:ext cx="10266817" cy="5595258"/>
          </a:xfrm>
        </p:spPr>
        <p:txBody>
          <a:bodyPr/>
          <a:lstStyle/>
          <a:p>
            <a:pPr marL="0" indent="0" algn="ctr">
              <a:buNone/>
            </a:pPr>
            <a:r>
              <a:rPr lang="en-IN" dirty="0"/>
              <a:t>Code</a:t>
            </a:r>
          </a:p>
          <a:p>
            <a:pPr marL="0" indent="0" algn="ctr">
              <a:buNone/>
            </a:pPr>
            <a:r>
              <a:rPr lang="en-IN" dirty="0"/>
              <a:t> ↓</a:t>
            </a:r>
          </a:p>
          <a:p>
            <a:pPr marL="0" indent="0" algn="ctr">
              <a:buNone/>
            </a:pPr>
            <a:r>
              <a:rPr lang="en-IN" dirty="0"/>
              <a:t>Build</a:t>
            </a:r>
          </a:p>
          <a:p>
            <a:pPr marL="0" indent="0" algn="ctr">
              <a:buNone/>
            </a:pPr>
            <a:r>
              <a:rPr lang="en-IN" dirty="0"/>
              <a:t> ↓</a:t>
            </a:r>
          </a:p>
          <a:p>
            <a:pPr marL="0" indent="0" algn="ctr">
              <a:buNone/>
            </a:pPr>
            <a:r>
              <a:rPr lang="en-IN" dirty="0"/>
              <a:t>Test</a:t>
            </a:r>
          </a:p>
          <a:p>
            <a:pPr marL="0" indent="0" algn="ctr">
              <a:buNone/>
            </a:pPr>
            <a:r>
              <a:rPr lang="en-IN" dirty="0"/>
              <a:t> ↓</a:t>
            </a:r>
          </a:p>
          <a:p>
            <a:pPr marL="0" indent="0" algn="ctr">
              <a:buNone/>
            </a:pPr>
            <a:r>
              <a:rPr lang="en-IN" dirty="0"/>
              <a:t>Deploy</a:t>
            </a:r>
          </a:p>
          <a:p>
            <a:pPr marL="0" indent="0" algn="ctr">
              <a:buNone/>
            </a:pPr>
            <a:r>
              <a:rPr lang="en-IN" dirty="0"/>
              <a:t> ↓</a:t>
            </a:r>
          </a:p>
          <a:p>
            <a:pPr marL="0" indent="0" algn="ctr">
              <a:buNone/>
            </a:pPr>
            <a:r>
              <a:rPr lang="en-IN" dirty="0"/>
              <a:t>Monitor</a:t>
            </a:r>
          </a:p>
        </p:txBody>
      </p:sp>
    </p:spTree>
    <p:extLst>
      <p:ext uri="{BB962C8B-B14F-4D97-AF65-F5344CB8AC3E}">
        <p14:creationId xmlns:p14="http://schemas.microsoft.com/office/powerpoint/2010/main" val="3765276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293C6-174F-FAAD-E9AB-66BEC7BAD25A}"/>
              </a:ext>
            </a:extLst>
          </p:cNvPr>
          <p:cNvSpPr>
            <a:spLocks noGrp="1"/>
          </p:cNvSpPr>
          <p:nvPr>
            <p:ph type="title"/>
          </p:nvPr>
        </p:nvSpPr>
        <p:spPr>
          <a:xfrm>
            <a:off x="1141412" y="0"/>
            <a:ext cx="9905998" cy="783771"/>
          </a:xfrm>
        </p:spPr>
        <p:txBody>
          <a:bodyPr/>
          <a:lstStyle/>
          <a:p>
            <a:pPr algn="ctr"/>
            <a:r>
              <a:rPr lang="en-US" dirty="0"/>
              <a:t>MLOPS WORKFLOW</a:t>
            </a:r>
            <a:endParaRPr lang="en-IN" dirty="0"/>
          </a:p>
        </p:txBody>
      </p:sp>
      <p:sp>
        <p:nvSpPr>
          <p:cNvPr id="3" name="Content Placeholder 2">
            <a:extLst>
              <a:ext uri="{FF2B5EF4-FFF2-40B4-BE49-F238E27FC236}">
                <a16:creationId xmlns:a16="http://schemas.microsoft.com/office/drawing/2014/main" id="{13C42C12-4FD1-07AC-760C-328837C1A1B3}"/>
              </a:ext>
            </a:extLst>
          </p:cNvPr>
          <p:cNvSpPr>
            <a:spLocks noGrp="1"/>
          </p:cNvSpPr>
          <p:nvPr>
            <p:ph idx="1"/>
          </p:nvPr>
        </p:nvSpPr>
        <p:spPr>
          <a:xfrm>
            <a:off x="954765" y="783771"/>
            <a:ext cx="10475235" cy="5965372"/>
          </a:xfrm>
        </p:spPr>
        <p:txBody>
          <a:bodyPr>
            <a:normAutofit fontScale="85000" lnSpcReduction="10000"/>
          </a:bodyPr>
          <a:lstStyle/>
          <a:p>
            <a:pPr marL="0" indent="0" algn="ctr">
              <a:buNone/>
            </a:pPr>
            <a:r>
              <a:rPr lang="en-IN" dirty="0"/>
              <a:t>Data</a:t>
            </a:r>
          </a:p>
          <a:p>
            <a:pPr marL="0" indent="0" algn="ctr">
              <a:buNone/>
            </a:pPr>
            <a:r>
              <a:rPr lang="en-IN" dirty="0"/>
              <a:t> ↓</a:t>
            </a:r>
          </a:p>
          <a:p>
            <a:pPr marL="0" indent="0" algn="ctr">
              <a:buNone/>
            </a:pPr>
            <a:r>
              <a:rPr lang="en-IN" dirty="0"/>
              <a:t>Validate</a:t>
            </a:r>
          </a:p>
          <a:p>
            <a:pPr marL="0" indent="0" algn="ctr">
              <a:buNone/>
            </a:pPr>
            <a:r>
              <a:rPr lang="en-IN" dirty="0"/>
              <a:t> ↓</a:t>
            </a:r>
          </a:p>
          <a:p>
            <a:pPr marL="0" indent="0" algn="ctr">
              <a:buNone/>
            </a:pPr>
            <a:r>
              <a:rPr lang="en-IN" dirty="0"/>
              <a:t>Train</a:t>
            </a:r>
          </a:p>
          <a:p>
            <a:pPr marL="0" indent="0" algn="ctr">
              <a:buNone/>
            </a:pPr>
            <a:r>
              <a:rPr lang="en-IN" dirty="0"/>
              <a:t> ↓</a:t>
            </a:r>
          </a:p>
          <a:p>
            <a:pPr marL="0" indent="0" algn="ctr">
              <a:buNone/>
            </a:pPr>
            <a:r>
              <a:rPr lang="en-IN" dirty="0"/>
              <a:t>Evaluate</a:t>
            </a:r>
          </a:p>
          <a:p>
            <a:pPr marL="0" indent="0" algn="ctr">
              <a:buNone/>
            </a:pPr>
            <a:r>
              <a:rPr lang="en-IN" dirty="0"/>
              <a:t> ↓</a:t>
            </a:r>
          </a:p>
          <a:p>
            <a:pPr marL="0" indent="0" algn="ctr">
              <a:buNone/>
            </a:pPr>
            <a:r>
              <a:rPr lang="en-IN" dirty="0"/>
              <a:t>Deploy</a:t>
            </a:r>
          </a:p>
          <a:p>
            <a:pPr marL="0" indent="0" algn="ctr">
              <a:buNone/>
            </a:pPr>
            <a:r>
              <a:rPr lang="en-IN" dirty="0"/>
              <a:t> ↓</a:t>
            </a:r>
          </a:p>
          <a:p>
            <a:pPr marL="0" indent="0" algn="ctr">
              <a:buNone/>
            </a:pPr>
            <a:r>
              <a:rPr lang="en-IN" dirty="0"/>
              <a:t>Monitor</a:t>
            </a:r>
          </a:p>
          <a:p>
            <a:pPr marL="0" indent="0" algn="ctr">
              <a:buNone/>
            </a:pPr>
            <a:r>
              <a:rPr lang="en-IN" dirty="0"/>
              <a:t> ↓</a:t>
            </a:r>
          </a:p>
          <a:p>
            <a:pPr marL="0" indent="0" algn="ctr">
              <a:buNone/>
            </a:pPr>
            <a:r>
              <a:rPr lang="en-IN" dirty="0"/>
              <a:t>Retrain</a:t>
            </a:r>
          </a:p>
        </p:txBody>
      </p:sp>
    </p:spTree>
    <p:extLst>
      <p:ext uri="{BB962C8B-B14F-4D97-AF65-F5344CB8AC3E}">
        <p14:creationId xmlns:p14="http://schemas.microsoft.com/office/powerpoint/2010/main" val="27610782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4AAAB9-E4F1-70B3-D652-D8D80D06F006}"/>
              </a:ext>
            </a:extLst>
          </p:cNvPr>
          <p:cNvSpPr>
            <a:spLocks noGrp="1"/>
          </p:cNvSpPr>
          <p:nvPr>
            <p:ph idx="1"/>
          </p:nvPr>
        </p:nvSpPr>
        <p:spPr>
          <a:xfrm>
            <a:off x="1143000" y="0"/>
            <a:ext cx="9905999" cy="5486401"/>
          </a:xfrm>
        </p:spPr>
        <p:txBody>
          <a:bodyPr>
            <a:normAutofit/>
          </a:bodyPr>
          <a:lstStyle/>
          <a:p>
            <a:pPr marL="0" indent="0">
              <a:buNone/>
            </a:pPr>
            <a:r>
              <a:rPr lang="en-IN" sz="3200" dirty="0">
                <a:latin typeface="Times New Roman" panose="02020603050405020304" pitchFamily="18" charset="0"/>
                <a:cs typeface="Times New Roman" panose="02020603050405020304" pitchFamily="18" charset="0"/>
              </a:rPr>
              <a:t>     Query : 1</a:t>
            </a:r>
          </a:p>
          <a:p>
            <a:pPr marL="0" indent="0" algn="ctr">
              <a:buNone/>
            </a:pPr>
            <a:endParaRPr lang="en-IN" sz="3200" dirty="0">
              <a:latin typeface="Times New Roman" panose="02020603050405020304" pitchFamily="18" charset="0"/>
              <a:cs typeface="Times New Roman" panose="02020603050405020304" pitchFamily="18" charset="0"/>
            </a:endParaRPr>
          </a:p>
          <a:p>
            <a:pPr marL="0" indent="0" algn="ctr">
              <a:buNone/>
            </a:pPr>
            <a:endParaRPr lang="en-IN" sz="3200" dirty="0">
              <a:latin typeface="Times New Roman" panose="02020603050405020304" pitchFamily="18" charset="0"/>
              <a:cs typeface="Times New Roman" panose="02020603050405020304" pitchFamily="18" charset="0"/>
            </a:endParaRPr>
          </a:p>
          <a:p>
            <a:pPr marL="0" indent="0" algn="ctr">
              <a:buNone/>
            </a:pPr>
            <a:endParaRPr lang="en-IN" sz="3200" dirty="0">
              <a:latin typeface="Times New Roman" panose="02020603050405020304" pitchFamily="18" charset="0"/>
              <a:cs typeface="Times New Roman" panose="02020603050405020304" pitchFamily="18" charset="0"/>
            </a:endParaRPr>
          </a:p>
          <a:p>
            <a:pPr marL="0" indent="0" algn="ctr">
              <a:buNone/>
            </a:pPr>
            <a:r>
              <a:rPr lang="en-IN" sz="3200" dirty="0">
                <a:latin typeface="Times New Roman" panose="02020603050405020304" pitchFamily="18" charset="0"/>
                <a:cs typeface="Times New Roman" panose="02020603050405020304" pitchFamily="18" charset="0"/>
              </a:rPr>
              <a:t>Can DevOps be used directly for Machine Learning?</a:t>
            </a:r>
          </a:p>
        </p:txBody>
      </p:sp>
    </p:spTree>
    <p:extLst>
      <p:ext uri="{BB962C8B-B14F-4D97-AF65-F5344CB8AC3E}">
        <p14:creationId xmlns:p14="http://schemas.microsoft.com/office/powerpoint/2010/main" val="11174553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9C9A6-D3AF-52AF-5BA5-DFD508BC14E5}"/>
              </a:ext>
            </a:extLst>
          </p:cNvPr>
          <p:cNvSpPr>
            <a:spLocks noGrp="1"/>
          </p:cNvSpPr>
          <p:nvPr>
            <p:ph type="title"/>
          </p:nvPr>
        </p:nvSpPr>
        <p:spPr>
          <a:xfrm>
            <a:off x="1141412" y="-197915"/>
            <a:ext cx="9905998" cy="1123196"/>
          </a:xfrm>
        </p:spPr>
        <p:txBody>
          <a:bodyPr/>
          <a:lstStyle/>
          <a:p>
            <a:pPr algn="ctr"/>
            <a:r>
              <a:rPr lang="en-IN" dirty="0" err="1">
                <a:latin typeface="Times New Roman" panose="02020603050405020304" pitchFamily="18" charset="0"/>
                <a:cs typeface="Times New Roman" panose="02020603050405020304" pitchFamily="18" charset="0"/>
              </a:rPr>
              <a:t>MLOps</a:t>
            </a:r>
            <a:r>
              <a:rPr lang="en-IN" dirty="0">
                <a:latin typeface="Times New Roman" panose="02020603050405020304" pitchFamily="18" charset="0"/>
                <a:cs typeface="Times New Roman" panose="02020603050405020304" pitchFamily="18" charset="0"/>
              </a:rPr>
              <a:t> Lifecycle Stages</a:t>
            </a:r>
          </a:p>
        </p:txBody>
      </p:sp>
      <p:sp>
        <p:nvSpPr>
          <p:cNvPr id="3" name="Content Placeholder 2">
            <a:extLst>
              <a:ext uri="{FF2B5EF4-FFF2-40B4-BE49-F238E27FC236}">
                <a16:creationId xmlns:a16="http://schemas.microsoft.com/office/drawing/2014/main" id="{774C0802-64FD-4A02-8F84-6127E8A52C77}"/>
              </a:ext>
            </a:extLst>
          </p:cNvPr>
          <p:cNvSpPr>
            <a:spLocks noGrp="1"/>
          </p:cNvSpPr>
          <p:nvPr>
            <p:ph idx="1"/>
          </p:nvPr>
        </p:nvSpPr>
        <p:spPr>
          <a:xfrm>
            <a:off x="1141412" y="838200"/>
            <a:ext cx="10277702" cy="5812971"/>
          </a:xfrm>
        </p:spPr>
        <p:txBody>
          <a:bodyPr>
            <a:normAutofit/>
          </a:bodyPr>
          <a:lstStyle/>
          <a:p>
            <a:pPr marL="0" indent="0" algn="ctr">
              <a:buNone/>
            </a:pPr>
            <a:r>
              <a:rPr lang="en-IN" dirty="0"/>
              <a:t>Business Understanding</a:t>
            </a:r>
            <a:br>
              <a:rPr lang="en-IN" dirty="0"/>
            </a:br>
            <a:r>
              <a:rPr lang="en-IN" dirty="0"/>
              <a:t>↓</a:t>
            </a:r>
            <a:br>
              <a:rPr lang="en-IN" dirty="0"/>
            </a:br>
            <a:r>
              <a:rPr lang="en-IN" dirty="0"/>
              <a:t>Data Collection</a:t>
            </a:r>
            <a:br>
              <a:rPr lang="en-IN" dirty="0"/>
            </a:br>
            <a:r>
              <a:rPr lang="en-IN" dirty="0"/>
              <a:t>↓</a:t>
            </a:r>
            <a:br>
              <a:rPr lang="en-IN" dirty="0"/>
            </a:br>
            <a:r>
              <a:rPr lang="en-IN" dirty="0"/>
              <a:t>Data Validation</a:t>
            </a:r>
            <a:br>
              <a:rPr lang="en-IN" dirty="0"/>
            </a:br>
            <a:r>
              <a:rPr lang="en-IN" dirty="0"/>
              <a:t>↓</a:t>
            </a:r>
            <a:br>
              <a:rPr lang="en-IN" dirty="0"/>
            </a:br>
            <a:r>
              <a:rPr lang="en-IN" dirty="0"/>
              <a:t>Data Preparation</a:t>
            </a:r>
            <a:br>
              <a:rPr lang="en-IN" dirty="0"/>
            </a:br>
            <a:r>
              <a:rPr lang="en-IN" dirty="0"/>
              <a:t>↓</a:t>
            </a:r>
            <a:br>
              <a:rPr lang="en-IN" dirty="0"/>
            </a:br>
            <a:r>
              <a:rPr lang="en-IN" dirty="0"/>
              <a:t>Feature Engineering</a:t>
            </a:r>
            <a:br>
              <a:rPr lang="en-IN" dirty="0"/>
            </a:br>
            <a:r>
              <a:rPr lang="en-IN" dirty="0"/>
              <a:t>↓</a:t>
            </a:r>
            <a:br>
              <a:rPr lang="en-IN" dirty="0"/>
            </a:br>
            <a:r>
              <a:rPr lang="en-IN" dirty="0"/>
              <a:t>Model Training</a:t>
            </a:r>
            <a:br>
              <a:rPr lang="en-IN" dirty="0"/>
            </a:br>
            <a:r>
              <a:rPr lang="en-IN" dirty="0"/>
              <a:t>↓</a:t>
            </a:r>
            <a:br>
              <a:rPr lang="en-IN" dirty="0"/>
            </a:br>
            <a:r>
              <a:rPr lang="en-IN" dirty="0"/>
              <a:t>Model Evaluation</a:t>
            </a:r>
          </a:p>
        </p:txBody>
      </p:sp>
    </p:spTree>
    <p:extLst>
      <p:ext uri="{BB962C8B-B14F-4D97-AF65-F5344CB8AC3E}">
        <p14:creationId xmlns:p14="http://schemas.microsoft.com/office/powerpoint/2010/main" val="15587265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344266-3754-D5A2-2424-A5C54E37B646}"/>
              </a:ext>
            </a:extLst>
          </p:cNvPr>
          <p:cNvSpPr>
            <a:spLocks noGrp="1"/>
          </p:cNvSpPr>
          <p:nvPr>
            <p:ph idx="1"/>
          </p:nvPr>
        </p:nvSpPr>
        <p:spPr>
          <a:xfrm>
            <a:off x="1143000" y="1175659"/>
            <a:ext cx="9905999" cy="6259284"/>
          </a:xfrm>
        </p:spPr>
        <p:txBody>
          <a:bodyPr>
            <a:normAutofit/>
          </a:bodyPr>
          <a:lstStyle/>
          <a:p>
            <a:pPr marL="0" indent="0" algn="ctr">
              <a:buNone/>
            </a:pPr>
            <a:r>
              <a:rPr lang="en-IN" dirty="0"/>
              <a:t>↓</a:t>
            </a:r>
            <a:br>
              <a:rPr lang="en-IN" dirty="0"/>
            </a:br>
            <a:r>
              <a:rPr lang="en-IN" dirty="0"/>
              <a:t>Model Registry</a:t>
            </a:r>
            <a:br>
              <a:rPr lang="en-IN" dirty="0"/>
            </a:br>
            <a:r>
              <a:rPr lang="en-IN" dirty="0"/>
              <a:t>↓</a:t>
            </a:r>
            <a:br>
              <a:rPr lang="en-IN" dirty="0"/>
            </a:br>
            <a:r>
              <a:rPr lang="en-IN" dirty="0"/>
              <a:t>Deployment</a:t>
            </a:r>
            <a:br>
              <a:rPr lang="en-IN" dirty="0"/>
            </a:br>
            <a:r>
              <a:rPr lang="en-IN" dirty="0"/>
              <a:t>↓</a:t>
            </a:r>
            <a:br>
              <a:rPr lang="en-IN" dirty="0"/>
            </a:br>
            <a:r>
              <a:rPr lang="en-IN" dirty="0"/>
              <a:t>Monitoring</a:t>
            </a:r>
            <a:br>
              <a:rPr lang="en-IN" dirty="0"/>
            </a:br>
            <a:r>
              <a:rPr lang="en-IN" dirty="0"/>
              <a:t>↓</a:t>
            </a:r>
            <a:br>
              <a:rPr lang="en-IN" dirty="0"/>
            </a:br>
            <a:r>
              <a:rPr lang="en-IN" dirty="0"/>
              <a:t>Feedback</a:t>
            </a:r>
            <a:br>
              <a:rPr lang="en-IN" dirty="0"/>
            </a:br>
            <a:r>
              <a:rPr lang="en-IN" dirty="0"/>
              <a:t>↓</a:t>
            </a:r>
            <a:br>
              <a:rPr lang="en-IN" dirty="0"/>
            </a:br>
            <a:r>
              <a:rPr lang="en-IN" dirty="0"/>
              <a:t>Retraining</a:t>
            </a:r>
            <a:br>
              <a:rPr lang="en-IN" dirty="0"/>
            </a:br>
            <a:r>
              <a:rPr lang="en-IN" dirty="0"/>
              <a:t>↓</a:t>
            </a:r>
            <a:br>
              <a:rPr lang="en-IN" dirty="0"/>
            </a:br>
            <a:r>
              <a:rPr lang="en-IN" dirty="0"/>
              <a:t>Redeployment</a:t>
            </a:r>
          </a:p>
        </p:txBody>
      </p:sp>
      <p:sp>
        <p:nvSpPr>
          <p:cNvPr id="4" name="Title 1">
            <a:extLst>
              <a:ext uri="{FF2B5EF4-FFF2-40B4-BE49-F238E27FC236}">
                <a16:creationId xmlns:a16="http://schemas.microsoft.com/office/drawing/2014/main" id="{DF16BAD4-848A-1B26-597B-99E8F8CB3CCC}"/>
              </a:ext>
            </a:extLst>
          </p:cNvPr>
          <p:cNvSpPr>
            <a:spLocks noGrp="1"/>
          </p:cNvSpPr>
          <p:nvPr>
            <p:ph type="title"/>
          </p:nvPr>
        </p:nvSpPr>
        <p:spPr>
          <a:xfrm>
            <a:off x="1261155" y="52463"/>
            <a:ext cx="9905998" cy="1123196"/>
          </a:xfrm>
        </p:spPr>
        <p:txBody>
          <a:bodyPr/>
          <a:lstStyle/>
          <a:p>
            <a:pPr algn="ctr"/>
            <a:r>
              <a:rPr lang="en-IN" dirty="0" err="1">
                <a:latin typeface="Times New Roman" panose="02020603050405020304" pitchFamily="18" charset="0"/>
                <a:cs typeface="Times New Roman" panose="02020603050405020304" pitchFamily="18" charset="0"/>
              </a:rPr>
              <a:t>MLOps</a:t>
            </a:r>
            <a:r>
              <a:rPr lang="en-IN" dirty="0">
                <a:latin typeface="Times New Roman" panose="02020603050405020304" pitchFamily="18" charset="0"/>
                <a:cs typeface="Times New Roman" panose="02020603050405020304" pitchFamily="18" charset="0"/>
              </a:rPr>
              <a:t> Lifecycle Stages</a:t>
            </a:r>
          </a:p>
        </p:txBody>
      </p:sp>
    </p:spTree>
    <p:extLst>
      <p:ext uri="{BB962C8B-B14F-4D97-AF65-F5344CB8AC3E}">
        <p14:creationId xmlns:p14="http://schemas.microsoft.com/office/powerpoint/2010/main" val="21311565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1E4E50A-E279-2AA2-27B2-4FAE74CCFF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5205" y="249115"/>
            <a:ext cx="10387539" cy="6336742"/>
          </a:xfrm>
          <a:prstGeom prst="rect">
            <a:avLst/>
          </a:prstGeom>
        </p:spPr>
      </p:pic>
    </p:spTree>
    <p:extLst>
      <p:ext uri="{BB962C8B-B14F-4D97-AF65-F5344CB8AC3E}">
        <p14:creationId xmlns:p14="http://schemas.microsoft.com/office/powerpoint/2010/main" val="32325297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TM04033919[[fn=Circuit]]</Template>
  <TotalTime>615</TotalTime>
  <Words>1374</Words>
  <Application>Microsoft Office PowerPoint</Application>
  <PresentationFormat>Widescreen</PresentationFormat>
  <Paragraphs>272</Paragraphs>
  <Slides>35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Aptos</vt:lpstr>
      <vt:lpstr>Arial</vt:lpstr>
      <vt:lpstr>Calibri</vt:lpstr>
      <vt:lpstr>Times New Roman</vt:lpstr>
      <vt:lpstr>Tw Cen MT</vt:lpstr>
      <vt:lpstr>Wingdings</vt:lpstr>
      <vt:lpstr>Circuit</vt:lpstr>
      <vt:lpstr>PowerPoint Presentation</vt:lpstr>
      <vt:lpstr>PowerPoint Presentation</vt:lpstr>
      <vt:lpstr>PowerPoint Presentation</vt:lpstr>
      <vt:lpstr>Scenario:1</vt:lpstr>
      <vt:lpstr>Scenario:2</vt:lpstr>
      <vt:lpstr>Introduction to MLOPS</vt:lpstr>
      <vt:lpstr>OBJECTIVES</vt:lpstr>
      <vt:lpstr>INTRODUCTION TO MLOPS</vt:lpstr>
      <vt:lpstr>INTRODUCTION TO MLOPS</vt:lpstr>
      <vt:lpstr>ROLES IN Machine learning LIFECYCLE</vt:lpstr>
      <vt:lpstr>PowerPoint Presentation</vt:lpstr>
      <vt:lpstr>ML Practitioner challenges</vt:lpstr>
      <vt:lpstr>MLOPS </vt:lpstr>
      <vt:lpstr>DEVOPS</vt:lpstr>
      <vt:lpstr>DEVOPS</vt:lpstr>
      <vt:lpstr>DEVOPS Workflow</vt:lpstr>
      <vt:lpstr>MLOPS</vt:lpstr>
      <vt:lpstr>WHY MLOPS</vt:lpstr>
      <vt:lpstr>Problems after deployment</vt:lpstr>
      <vt:lpstr>TRADITIONAL  ML WORKFLOW</vt:lpstr>
      <vt:lpstr>MLOPS WORKFLOW</vt:lpstr>
      <vt:lpstr>MLOPS WORKFLOW</vt:lpstr>
      <vt:lpstr>MLOPS Components</vt:lpstr>
      <vt:lpstr>Netflix Recommendation System</vt:lpstr>
      <vt:lpstr>Advantages of MLOps</vt:lpstr>
      <vt:lpstr>Challenges without MLOps</vt:lpstr>
      <vt:lpstr>MLOPS TOOLS</vt:lpstr>
      <vt:lpstr>NEED FOR MLOPS</vt:lpstr>
      <vt:lpstr>DEVOPS VS MLOPS</vt:lpstr>
      <vt:lpstr>DEVOPS WORKFLOW</vt:lpstr>
      <vt:lpstr>MLOPS WORKFLOW</vt:lpstr>
      <vt:lpstr>PowerPoint Presentation</vt:lpstr>
      <vt:lpstr>MLOps Lifecycle Stages</vt:lpstr>
      <vt:lpstr>MLOps Lifecycle Stages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Aswini Chinnasamy</dc:creator>
  <cp:lastModifiedBy>Aswini Chinnasamy</cp:lastModifiedBy>
  <cp:revision>1</cp:revision>
  <dcterms:created xsi:type="dcterms:W3CDTF">2026-06-30T08:42:01Z</dcterms:created>
  <dcterms:modified xsi:type="dcterms:W3CDTF">2026-07-13T00:32:19Z</dcterms:modified>
</cp:coreProperties>
</file>